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4" r:id="rId5"/>
  </p:sldMasterIdLst>
  <p:notesMasterIdLst>
    <p:notesMasterId r:id="rId22"/>
  </p:notesMasterIdLst>
  <p:handoutMasterIdLst>
    <p:handoutMasterId r:id="rId23"/>
  </p:handoutMasterIdLst>
  <p:sldIdLst>
    <p:sldId id="303" r:id="rId6"/>
    <p:sldId id="297" r:id="rId7"/>
    <p:sldId id="309" r:id="rId8"/>
    <p:sldId id="397" r:id="rId9"/>
    <p:sldId id="442" r:id="rId10"/>
    <p:sldId id="453" r:id="rId11"/>
    <p:sldId id="449" r:id="rId12"/>
    <p:sldId id="455" r:id="rId13"/>
    <p:sldId id="454" r:id="rId14"/>
    <p:sldId id="398" r:id="rId15"/>
    <p:sldId id="450" r:id="rId16"/>
    <p:sldId id="452" r:id="rId17"/>
    <p:sldId id="368" r:id="rId18"/>
    <p:sldId id="444" r:id="rId19"/>
    <p:sldId id="456" r:id="rId20"/>
    <p:sldId id="295" r:id="rId2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DB879949-2F60-4808-A162-D64120731F69}">
          <p14:sldIdLst>
            <p14:sldId id="303"/>
            <p14:sldId id="297"/>
            <p14:sldId id="309"/>
            <p14:sldId id="397"/>
            <p14:sldId id="442"/>
            <p14:sldId id="453"/>
            <p14:sldId id="449"/>
            <p14:sldId id="455"/>
            <p14:sldId id="454"/>
            <p14:sldId id="398"/>
            <p14:sldId id="450"/>
            <p14:sldId id="452"/>
            <p14:sldId id="368"/>
            <p14:sldId id="444"/>
            <p14:sldId id="456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안혜영" initials="안" lastIdx="3" clrIdx="0">
    <p:extLst>
      <p:ext uri="{19B8F6BF-5375-455C-9EA6-DF929625EA0E}">
        <p15:presenceInfo xmlns:p15="http://schemas.microsoft.com/office/powerpoint/2012/main" userId="S::hyahn@ati2000.co.kr::ea9588c1-7d88-44e4-af2a-597800d0f09b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55FD"/>
    <a:srgbClr val="FFFFFF"/>
    <a:srgbClr val="C00000"/>
    <a:srgbClr val="010101"/>
    <a:srgbClr val="9E9EFE"/>
    <a:srgbClr val="A3C7E7"/>
    <a:srgbClr val="FFE2DD"/>
    <a:srgbClr val="FFEEEB"/>
    <a:srgbClr val="FFDFD9"/>
    <a:srgbClr val="FFCF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1FECB4D8-DB02-4DC6-A0A2-4F2EBAE1DC90}" styleName="보통 스타일 1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보통 스타일 1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8B1032C-EA38-4F05-BA0D-38AFFFC7BED3}" styleName="밝은 스타일 3 - 강조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FD0F851-EC5A-4D38-B0AD-8093EC10F338}" styleName="밝은 스타일 1 - 강조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밝은 스타일 1 - 강조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211" autoAdjust="0"/>
    <p:restoredTop sz="78141" autoAdjust="0"/>
  </p:normalViewPr>
  <p:slideViewPr>
    <p:cSldViewPr snapToGrid="0">
      <p:cViewPr varScale="1">
        <p:scale>
          <a:sx n="86" d="100"/>
          <a:sy n="86" d="100"/>
        </p:scale>
        <p:origin x="2514" y="9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commentAuthors" Target="commentAuthor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handoutMaster" Target="handoutMasters/handoutMaster1.xml"/><Relationship Id="rId28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71EBF4-8E9E-4EEF-A1AD-6BC109FD57A9}" type="datetimeFigureOut">
              <a:rPr lang="ko-KR" altLang="en-US" smtClean="0"/>
              <a:t>2025-10-20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0686FA-589B-45F9-AF38-9C3EF71513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197553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848644-31AA-42AE-9781-A6457094CA6F}" type="datetimeFigureOut">
              <a:rPr lang="ko-KR" altLang="en-US" smtClean="0"/>
              <a:t>2025-10-20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3CE4C5-166D-4F9E-9D6C-812F301C01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23526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안녕하세요 선행 </a:t>
            </a:r>
            <a:r>
              <a:rPr lang="en-US" altLang="ko-KR" dirty="0"/>
              <a:t>SW </a:t>
            </a:r>
            <a:r>
              <a:rPr lang="ko-KR" altLang="en-US" dirty="0"/>
              <a:t>그룹</a:t>
            </a:r>
            <a:r>
              <a:rPr lang="en-US" altLang="ko-KR" dirty="0"/>
              <a:t> </a:t>
            </a:r>
            <a:r>
              <a:rPr lang="ko-KR" altLang="en-US" dirty="0"/>
              <a:t>알고리즘 파트 안광윤 입니다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74916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49609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CEBC9-B871-628B-2EF6-BCDCB7E6D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A97CE4B-5AC2-BC03-F5CE-855E6CFDEB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901001F-09D4-B9AD-7FD9-4807AA8A3C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7ACC49-8BB3-0E4B-3FCA-A366E41994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10396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A2F31-4242-9651-2CD4-B32FDEE25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7F28755-FE1B-E4BB-4B9B-A35D01143D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B40CF90-1E4F-2B1D-9E5F-D27A3E85E8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EA8864-8140-CA37-0DD3-8DC9779E96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00751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26282-32E6-3706-4E97-5431968E1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761E25-0541-9996-B002-D1F7479B58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3F0DB56-26A1-1694-6FEA-6DBB5E355D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30D038-5104-8E7A-DC74-ABA9D8B98C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15474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8E18A-1293-5B8F-3752-A80ECD50A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5B709E-3C69-8F1E-A0C6-EE3EB2CD2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71B7C0-5C2A-572D-92F8-296A801D9B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9C0D95-A329-48C6-EA86-0FB04B5A03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89345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ED97E-0C2B-3F66-A0DE-8631C8D4E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BFC5EF1-F0F9-99FD-4276-58726131A6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83D4A6-E27F-CD0E-8F66-574F2E62E9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3AA4F6-B2BF-3B82-BF8F-7248443846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24900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A8D21-2EC4-9AE0-4735-A225A584A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69E1AC-C21B-7D2B-C853-790D33B34A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9D2294B-13A2-65F9-A1AA-77FC10B0D4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B31B9E-C2A6-3081-99FE-4A79EFA9A0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14394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BBC16-34E2-3C44-69EB-6AE013CA5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D3D40B-BE32-C0D7-E838-7087957792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F4C64D-60F5-E622-86DD-81D25B9189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21E176-26EE-4A4D-692D-48352073D8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72181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FF4E7-25E3-7F80-A726-CDD6FC333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854178-7E60-5DDE-ECF5-A1F9382C04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6EB2F6-BEDF-E04D-6B16-728F3F4A67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9C3DA4-8B05-1987-C950-C037D4A971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81152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B4C0D-A758-CD34-B9F8-FF2170A6D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6EFDBB-3CB9-B08A-DF6E-161BC0AFC2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24E2C9-EF8D-F90F-4D10-E30A1F866F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44B076-C9D1-3783-09A6-43BA307EE6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22270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B4429-FA4C-32E8-6557-17463A9E9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E32D67-2256-38B4-0E81-9A27A4703D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18F2CB8-FD73-7087-D2AE-DE17DC5AA9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CE774A-B168-E285-1053-F31F8726F3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60432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EF662-0F6C-5792-BF32-0BA9E8633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DF5F27F-BD17-37EB-C789-06194C9959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6EC6BC9-A0AD-6146-2FA1-0457A22A8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51089E-0D6F-3D9B-45F2-CF6B479E48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00256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A4F5B-8086-976D-C299-E3D34FB3B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A87A108-C21F-5F4B-553A-35D0D7E49E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812E7C8-36FB-8599-3FC6-AC4ECF57BF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FBE2C6-BE44-D2FA-3D61-C49E565909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21364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591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png"/><Relationship Id="rId4" Type="http://schemas.openxmlformats.org/officeDocument/2006/relationships/image" Target="../media/image12.sv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png"/><Relationship Id="rId4" Type="http://schemas.openxmlformats.org/officeDocument/2006/relationships/image" Target="../media/image20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0.png"/><Relationship Id="rId4" Type="http://schemas.openxmlformats.org/officeDocument/2006/relationships/image" Target="../media/image20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8.png"/><Relationship Id="rId5" Type="http://schemas.openxmlformats.org/officeDocument/2006/relationships/image" Target="../media/image21.png"/><Relationship Id="rId4" Type="http://schemas.openxmlformats.org/officeDocument/2006/relationships/image" Target="../media/image1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밤하늘이(가) 표시된 사진&#10;&#10;자동 생성된 설명">
            <a:extLst>
              <a:ext uri="{FF2B5EF4-FFF2-40B4-BE49-F238E27FC236}">
                <a16:creationId xmlns:a16="http://schemas.microsoft.com/office/drawing/2014/main" id="{59AA5A34-AC86-4225-8B16-193E9DC943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1262" y="-12603"/>
            <a:ext cx="12294523" cy="6870603"/>
          </a:xfrm>
          <a:prstGeom prst="rect">
            <a:avLst/>
          </a:prstGeom>
        </p:spPr>
      </p:pic>
      <p:pic>
        <p:nvPicPr>
          <p:cNvPr id="14" name="그래픽 13">
            <a:extLst>
              <a:ext uri="{FF2B5EF4-FFF2-40B4-BE49-F238E27FC236}">
                <a16:creationId xmlns:a16="http://schemas.microsoft.com/office/drawing/2014/main" id="{7C5D6C6B-F42E-4731-96BF-8DD16CCB276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0391" y="1412587"/>
            <a:ext cx="3648075" cy="85725"/>
          </a:xfrm>
          <a:prstGeom prst="rect">
            <a:avLst/>
          </a:prstGeom>
        </p:spPr>
      </p:pic>
      <p:sp>
        <p:nvSpPr>
          <p:cNvPr id="4" name="제목 3"/>
          <p:cNvSpPr>
            <a:spLocks noGrp="1"/>
          </p:cNvSpPr>
          <p:nvPr>
            <p:ph type="title" hasCustomPrompt="1"/>
          </p:nvPr>
        </p:nvSpPr>
        <p:spPr>
          <a:xfrm>
            <a:off x="791654" y="1628444"/>
            <a:ext cx="10515600" cy="914400"/>
          </a:xfrm>
        </p:spPr>
        <p:txBody>
          <a:bodyPr>
            <a:normAutofit/>
          </a:bodyPr>
          <a:lstStyle>
            <a:lvl1pPr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ko-KR" altLang="en-US" dirty="0"/>
              <a:t>제목</a:t>
            </a:r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2" hasCustomPrompt="1"/>
          </p:nvPr>
        </p:nvSpPr>
        <p:spPr>
          <a:xfrm>
            <a:off x="856734" y="2672976"/>
            <a:ext cx="10371439" cy="304070"/>
          </a:xfrm>
        </p:spPr>
        <p:txBody>
          <a:bodyPr anchor="ctr">
            <a:normAutofit/>
          </a:bodyPr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ko-KR" altLang="en-US" dirty="0"/>
              <a:t>소제목</a:t>
            </a:r>
          </a:p>
        </p:txBody>
      </p:sp>
    </p:spTree>
    <p:extLst>
      <p:ext uri="{BB962C8B-B14F-4D97-AF65-F5344CB8AC3E}">
        <p14:creationId xmlns:p14="http://schemas.microsoft.com/office/powerpoint/2010/main" val="35330622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경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1DAAE79-7C61-41D5-84EC-5B9CB9A241A7}"/>
              </a:ext>
            </a:extLst>
          </p:cNvPr>
          <p:cNvSpPr txBox="1"/>
          <p:nvPr userDrawn="1"/>
        </p:nvSpPr>
        <p:spPr>
          <a:xfrm>
            <a:off x="625138" y="3374993"/>
            <a:ext cx="2303431" cy="45344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sz="24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0126CD-D619-47E5-AE10-92AD2CDAD12C}"/>
              </a:ext>
            </a:extLst>
          </p:cNvPr>
          <p:cNvSpPr txBox="1"/>
          <p:nvPr userDrawn="1"/>
        </p:nvSpPr>
        <p:spPr>
          <a:xfrm>
            <a:off x="3829732" y="3374095"/>
            <a:ext cx="7737130" cy="638115"/>
          </a:xfrm>
          <a:prstGeom prst="rect">
            <a:avLst/>
          </a:prstGeom>
          <a:noFill/>
        </p:spPr>
        <p:txBody>
          <a:bodyPr wrap="square" lIns="83302" tIns="41652" rIns="83302" bIns="41652" rtlCol="0">
            <a:spAutoFit/>
          </a:bodyPr>
          <a:lstStyle/>
          <a:p>
            <a:r>
              <a:rPr lang="en-US" altLang="ko-KR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presentation is confidential and may not be reproduced or distributed to others at any time without our prior written consent.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0102B2-22DD-4BD6-8F1B-DC70002BE89F}"/>
              </a:ext>
            </a:extLst>
          </p:cNvPr>
          <p:cNvSpPr txBox="1"/>
          <p:nvPr userDrawn="1"/>
        </p:nvSpPr>
        <p:spPr>
          <a:xfrm>
            <a:off x="3829732" y="4324391"/>
            <a:ext cx="7661629" cy="1870056"/>
          </a:xfrm>
          <a:prstGeom prst="rect">
            <a:avLst/>
          </a:prstGeom>
          <a:noFill/>
        </p:spPr>
        <p:txBody>
          <a:bodyPr wrap="square" lIns="83302" tIns="41652" rIns="83302" bIns="41652" rtlCol="0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Nothing contained herein shall be construed as granting or conferring any rights by license or otherwise in any Confidential Information.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40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 Information may pertain to prospective or unannounced products.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40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Recipient agrees not to use any Confidential Information as a basis upon </a:t>
            </a:r>
            <a:b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which to develop or have a third party develop a competing or similar product.</a:t>
            </a:r>
          </a:p>
        </p:txBody>
      </p:sp>
      <p:pic>
        <p:nvPicPr>
          <p:cNvPr id="9" name="그래픽 8">
            <a:extLst>
              <a:ext uri="{FF2B5EF4-FFF2-40B4-BE49-F238E27FC236}">
                <a16:creationId xmlns:a16="http://schemas.microsoft.com/office/drawing/2014/main" id="{BCC16327-9328-4EE9-A528-9A7BAE18D8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1684" y="2851596"/>
            <a:ext cx="449553" cy="396664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FC95AFED-FC1F-464D-994B-526BEBDBF2B4}"/>
              </a:ext>
            </a:extLst>
          </p:cNvPr>
          <p:cNvSpPr/>
          <p:nvPr userDrawn="1"/>
        </p:nvSpPr>
        <p:spPr>
          <a:xfrm>
            <a:off x="-49722" y="-16778"/>
            <a:ext cx="12294000" cy="72000"/>
          </a:xfrm>
          <a:prstGeom prst="rect">
            <a:avLst/>
          </a:prstGeom>
          <a:gradFill>
            <a:gsLst>
              <a:gs pos="0">
                <a:srgbClr val="C00000"/>
              </a:gs>
              <a:gs pos="100000">
                <a:srgbClr val="96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aseline="-25000"/>
          </a:p>
        </p:txBody>
      </p:sp>
      <p:pic>
        <p:nvPicPr>
          <p:cNvPr id="11" name="그래픽 10">
            <a:extLst>
              <a:ext uri="{FF2B5EF4-FFF2-40B4-BE49-F238E27FC236}">
                <a16:creationId xmlns:a16="http://schemas.microsoft.com/office/drawing/2014/main" id="{3C91F94E-CB27-4C2E-841F-C5FF074EBBB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1684" y="2851596"/>
            <a:ext cx="450000" cy="39705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116DA4A-B41C-4A94-AFC1-957C120EF67D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9711" y="268783"/>
            <a:ext cx="1972034" cy="317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3870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>
            <a:extLst>
              <a:ext uri="{FF2B5EF4-FFF2-40B4-BE49-F238E27FC236}">
                <a16:creationId xmlns:a16="http://schemas.microsoft.com/office/drawing/2014/main" id="{2391030E-8571-49CB-B278-AEEC8022140B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51261" y="-12603"/>
            <a:ext cx="12294521" cy="6870603"/>
          </a:xfrm>
          <a:prstGeom prst="rect">
            <a:avLst/>
          </a:prstGeom>
        </p:spPr>
      </p:pic>
      <p:sp>
        <p:nvSpPr>
          <p:cNvPr id="27" name="직사각형 26">
            <a:extLst>
              <a:ext uri="{FF2B5EF4-FFF2-40B4-BE49-F238E27FC236}">
                <a16:creationId xmlns:a16="http://schemas.microsoft.com/office/drawing/2014/main" id="{8389D01A-D26E-4D5F-B09E-DC3AE77CC5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248025" y="-12603"/>
            <a:ext cx="8995236" cy="68706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제목 1">
            <a:extLst>
              <a:ext uri="{FF2B5EF4-FFF2-40B4-BE49-F238E27FC236}">
                <a16:creationId xmlns:a16="http://schemas.microsoft.com/office/drawing/2014/main" id="{6F291569-376C-4476-BC84-DC65F6EB0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12733" y="2974422"/>
            <a:ext cx="3584136" cy="3707613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2200" b="1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1B049121-830D-4BA5-A063-05499473C81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301" y="272388"/>
            <a:ext cx="2017942" cy="298812"/>
          </a:xfrm>
          <a:prstGeom prst="rect">
            <a:avLst/>
          </a:prstGeom>
        </p:spPr>
      </p:pic>
      <p:pic>
        <p:nvPicPr>
          <p:cNvPr id="30" name="그래픽 29">
            <a:extLst>
              <a:ext uri="{FF2B5EF4-FFF2-40B4-BE49-F238E27FC236}">
                <a16:creationId xmlns:a16="http://schemas.microsoft.com/office/drawing/2014/main" id="{347DFBB8-539F-4F79-A6B7-321FF5E181F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42504" b="37366"/>
          <a:stretch/>
        </p:blipFill>
        <p:spPr>
          <a:xfrm>
            <a:off x="-51262" y="3422698"/>
            <a:ext cx="4299141" cy="3454062"/>
          </a:xfrm>
          <a:prstGeom prst="rect">
            <a:avLst/>
          </a:prstGeom>
        </p:spPr>
      </p:pic>
      <p:grpSp>
        <p:nvGrpSpPr>
          <p:cNvPr id="32" name="그룹 31">
            <a:extLst>
              <a:ext uri="{FF2B5EF4-FFF2-40B4-BE49-F238E27FC236}">
                <a16:creationId xmlns:a16="http://schemas.microsoft.com/office/drawing/2014/main" id="{2ADF2F1F-6847-4A2E-91A5-0E298BE6C6DA}"/>
              </a:ext>
            </a:extLst>
          </p:cNvPr>
          <p:cNvGrpSpPr>
            <a:grpSpLocks/>
          </p:cNvGrpSpPr>
          <p:nvPr userDrawn="1"/>
        </p:nvGrpSpPr>
        <p:grpSpPr>
          <a:xfrm>
            <a:off x="3963682" y="658265"/>
            <a:ext cx="2346540" cy="764922"/>
            <a:chOff x="4487875" y="1679865"/>
            <a:chExt cx="2346540" cy="764922"/>
          </a:xfrm>
        </p:grpSpPr>
        <p:sp>
          <p:nvSpPr>
            <p:cNvPr id="33" name="TextBox 1">
              <a:extLst>
                <a:ext uri="{FF2B5EF4-FFF2-40B4-BE49-F238E27FC236}">
                  <a16:creationId xmlns:a16="http://schemas.microsoft.com/office/drawing/2014/main" id="{C8D77D73-B810-4223-8C3F-5A84CE1845FE}"/>
                </a:ext>
              </a:extLst>
            </p:cNvPr>
            <p:cNvSpPr txBox="1">
              <a:spLocks/>
            </p:cNvSpPr>
            <p:nvPr userDrawn="1"/>
          </p:nvSpPr>
          <p:spPr bwMode="auto">
            <a:xfrm>
              <a:off x="4487875" y="1679865"/>
              <a:ext cx="2346540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1440" tIns="45720" rIns="91440" bIns="45720" anchor="t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9pPr>
            </a:lstStyle>
            <a:p>
              <a:r>
                <a:rPr lang="en-US" altLang="ko-KR" sz="3200" b="1">
                  <a:solidFill>
                    <a:srgbClr val="C00000"/>
                  </a:solidFill>
                  <a:latin typeface="맑은 고딕"/>
                  <a:ea typeface="맑은 고딕"/>
                  <a:cs typeface="Helvetica"/>
                </a:rPr>
                <a:t>CONTENTS</a:t>
              </a:r>
              <a:endParaRPr kumimoji="0" lang="ko-KR" altLang="en-US" sz="3200" b="1">
                <a:solidFill>
                  <a:srgbClr val="C00000"/>
                </a:solidFill>
                <a:latin typeface="+mj-ea"/>
                <a:ea typeface="+mj-ea"/>
                <a:cs typeface="Helvetica" panose="020B0604020202020204" pitchFamily="34" charset="0"/>
              </a:endParaRPr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29F759A6-8911-4AEB-8F30-DBD3E466D617}"/>
                </a:ext>
              </a:extLst>
            </p:cNvPr>
            <p:cNvSpPr>
              <a:spLocks/>
            </p:cNvSpPr>
            <p:nvPr userDrawn="1"/>
          </p:nvSpPr>
          <p:spPr>
            <a:xfrm>
              <a:off x="4622115" y="2364810"/>
              <a:ext cx="2124000" cy="79977"/>
            </a:xfrm>
            <a:prstGeom prst="rect">
              <a:avLst/>
            </a:prstGeom>
            <a:gradFill flip="none" rotWithShape="1">
              <a:gsLst>
                <a:gs pos="39300">
                  <a:srgbClr val="881C21"/>
                </a:gs>
                <a:gs pos="100000">
                  <a:srgbClr val="651519"/>
                </a:gs>
                <a:gs pos="0">
                  <a:srgbClr val="C00000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1" name="텍스트 개체 틀 22">
            <a:extLst>
              <a:ext uri="{FF2B5EF4-FFF2-40B4-BE49-F238E27FC236}">
                <a16:creationId xmlns:a16="http://schemas.microsoft.com/office/drawing/2014/main" id="{D1744234-9166-4288-8426-DB22F494BEF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42871" y="2974422"/>
            <a:ext cx="1874138" cy="3683119"/>
          </a:xfrm>
        </p:spPr>
        <p:txBody>
          <a:bodyPr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altLang="ko-KR" dirty="0"/>
              <a:t>01</a:t>
            </a:r>
          </a:p>
          <a:p>
            <a:pPr lvl="0"/>
            <a:r>
              <a:rPr lang="en-US" altLang="ko-KR" dirty="0"/>
              <a:t>02</a:t>
            </a:r>
          </a:p>
          <a:p>
            <a:pPr lvl="0"/>
            <a:r>
              <a:rPr lang="en-US" altLang="ko-KR" dirty="0"/>
              <a:t>03</a:t>
            </a:r>
          </a:p>
          <a:p>
            <a:pPr lvl="0"/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FA93730-320B-48A7-997B-5B264F786C01}"/>
              </a:ext>
            </a:extLst>
          </p:cNvPr>
          <p:cNvSpPr>
            <a:spLocks/>
          </p:cNvSpPr>
          <p:nvPr userDrawn="1"/>
        </p:nvSpPr>
        <p:spPr>
          <a:xfrm>
            <a:off x="8389202" y="3124200"/>
            <a:ext cx="50400" cy="37338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1308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변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3C176295-0793-448E-A16D-CDF85DF998E3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8744"/>
          <a:stretch/>
        </p:blipFill>
        <p:spPr>
          <a:xfrm>
            <a:off x="-1" y="-12603"/>
            <a:ext cx="12192001" cy="1460403"/>
          </a:xfrm>
          <a:prstGeom prst="rect">
            <a:avLst/>
          </a:prstGeom>
        </p:spPr>
      </p:pic>
      <p:pic>
        <p:nvPicPr>
          <p:cNvPr id="8" name="그래픽 7">
            <a:extLst>
              <a:ext uri="{FF2B5EF4-FFF2-40B4-BE49-F238E27FC236}">
                <a16:creationId xmlns:a16="http://schemas.microsoft.com/office/drawing/2014/main" id="{E6340A84-6DC1-45CE-85B4-9AB89E96A65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42504" b="37366"/>
          <a:stretch/>
        </p:blipFill>
        <p:spPr>
          <a:xfrm>
            <a:off x="-1" y="82574"/>
            <a:ext cx="4043494" cy="324866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37C6760-9EE5-45B7-A259-D2E9A2847D57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4101" y="196188"/>
            <a:ext cx="2017942" cy="298812"/>
          </a:xfrm>
          <a:prstGeom prst="rect">
            <a:avLst/>
          </a:prstGeom>
        </p:spPr>
      </p:pic>
      <p:sp>
        <p:nvSpPr>
          <p:cNvPr id="13" name="제목 1">
            <a:extLst>
              <a:ext uri="{FF2B5EF4-FFF2-40B4-BE49-F238E27FC236}">
                <a16:creationId xmlns:a16="http://schemas.microsoft.com/office/drawing/2014/main" id="{8E079ACA-6456-45FF-A006-FFD5DF1F1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4690" y="2261387"/>
            <a:ext cx="3584136" cy="3707613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2000" b="1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5" name="텍스트 개체 틀 22">
            <a:extLst>
              <a:ext uri="{FF2B5EF4-FFF2-40B4-BE49-F238E27FC236}">
                <a16:creationId xmlns:a16="http://schemas.microsoft.com/office/drawing/2014/main" id="{AC6B3461-ED30-48A1-8BBC-D48608BDDEC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26100" y="2261387"/>
            <a:ext cx="1874138" cy="3683119"/>
          </a:xfrm>
        </p:spPr>
        <p:txBody>
          <a:bodyPr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altLang="ko-KR"/>
              <a:t>01</a:t>
            </a:r>
          </a:p>
          <a:p>
            <a:pPr lvl="0"/>
            <a:r>
              <a:rPr lang="en-US" altLang="ko-KR"/>
              <a:t>02</a:t>
            </a:r>
          </a:p>
          <a:p>
            <a:pPr lvl="0"/>
            <a:r>
              <a:rPr lang="en-US" altLang="ko-KR"/>
              <a:t>03</a:t>
            </a:r>
          </a:p>
          <a:p>
            <a:pPr lvl="0"/>
            <a:r>
              <a:rPr lang="en-US" altLang="ko-KR"/>
              <a:t>04</a:t>
            </a:r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FA93730-320B-48A7-997B-5B264F786C01}"/>
              </a:ext>
            </a:extLst>
          </p:cNvPr>
          <p:cNvSpPr>
            <a:spLocks/>
          </p:cNvSpPr>
          <p:nvPr userDrawn="1"/>
        </p:nvSpPr>
        <p:spPr>
          <a:xfrm>
            <a:off x="7659064" y="2379600"/>
            <a:ext cx="46800" cy="44784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26B899D1-6228-44E2-AB32-E11326ADEEA3}"/>
              </a:ext>
            </a:extLst>
          </p:cNvPr>
          <p:cNvGrpSpPr/>
          <p:nvPr userDrawn="1"/>
        </p:nvGrpSpPr>
        <p:grpSpPr>
          <a:xfrm>
            <a:off x="982794" y="2134503"/>
            <a:ext cx="2346540" cy="764922"/>
            <a:chOff x="4043494" y="603094"/>
            <a:chExt cx="2346540" cy="764922"/>
          </a:xfrm>
        </p:grpSpPr>
        <p:sp>
          <p:nvSpPr>
            <p:cNvPr id="19" name="TextBox 1">
              <a:extLst>
                <a:ext uri="{FF2B5EF4-FFF2-40B4-BE49-F238E27FC236}">
                  <a16:creationId xmlns:a16="http://schemas.microsoft.com/office/drawing/2014/main" id="{EECB34FB-268F-4870-A1F6-F216C225DB5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43494" y="603094"/>
              <a:ext cx="2346540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1440" tIns="45720" rIns="91440" bIns="45720" anchor="t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9pPr>
            </a:lstStyle>
            <a:p>
              <a:r>
                <a:rPr lang="en-US" altLang="ko-KR" sz="3200" b="1">
                  <a:solidFill>
                    <a:srgbClr val="C00000"/>
                  </a:solidFill>
                  <a:latin typeface="맑은 고딕"/>
                  <a:ea typeface="맑은 고딕"/>
                  <a:cs typeface="Helvetica"/>
                </a:rPr>
                <a:t>CONTENTS</a:t>
              </a:r>
              <a:endParaRPr kumimoji="0" lang="ko-KR" altLang="en-US" sz="3200" b="1">
                <a:solidFill>
                  <a:srgbClr val="C00000"/>
                </a:solidFill>
                <a:latin typeface="+mj-ea"/>
                <a:ea typeface="+mj-ea"/>
                <a:cs typeface="Helvetica" panose="020B0604020202020204" pitchFamily="34" charset="0"/>
              </a:endParaRP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2C8A38F9-8209-45E3-8C04-102316FCFA1C}"/>
                </a:ext>
              </a:extLst>
            </p:cNvPr>
            <p:cNvSpPr/>
            <p:nvPr/>
          </p:nvSpPr>
          <p:spPr>
            <a:xfrm>
              <a:off x="4177734" y="1288039"/>
              <a:ext cx="2124000" cy="79977"/>
            </a:xfrm>
            <a:prstGeom prst="rect">
              <a:avLst/>
            </a:prstGeom>
            <a:gradFill flip="none" rotWithShape="1">
              <a:gsLst>
                <a:gs pos="39300">
                  <a:srgbClr val="881C21"/>
                </a:gs>
                <a:gs pos="100000">
                  <a:srgbClr val="651519"/>
                </a:gs>
                <a:gs pos="0">
                  <a:srgbClr val="C00000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504967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21A779B7-3B5D-4970-810D-100A6F9A3B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1965" y="0"/>
            <a:ext cx="12215928" cy="6870601"/>
          </a:xfrm>
          <a:prstGeom prst="rect">
            <a:avLst/>
          </a:prstGeom>
        </p:spPr>
      </p:pic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6259484" y="3902772"/>
            <a:ext cx="5124872" cy="1073015"/>
          </a:xfrm>
        </p:spPr>
        <p:txBody>
          <a:bodyPr>
            <a:noAutofit/>
          </a:bodyPr>
          <a:lstStyle>
            <a:lvl1pPr marL="0" indent="0" algn="r">
              <a:buNone/>
              <a:defRPr sz="8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en-US" altLang="ko-KR"/>
              <a:t>0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 hasCustomPrompt="1"/>
          </p:nvPr>
        </p:nvSpPr>
        <p:spPr>
          <a:xfrm>
            <a:off x="1186249" y="5247619"/>
            <a:ext cx="10173167" cy="914400"/>
          </a:xfrm>
        </p:spPr>
        <p:txBody>
          <a:bodyPr anchor="ctr">
            <a:normAutofit/>
          </a:bodyPr>
          <a:lstStyle>
            <a:lvl1pPr marL="0" indent="0" algn="r">
              <a:buNone/>
              <a:defRPr sz="36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/>
              <a:t>슬라이드 서브 타이틀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338B5FA-530B-4FFD-A903-FA36DE34983F}"/>
              </a:ext>
            </a:extLst>
          </p:cNvPr>
          <p:cNvCxnSpPr>
            <a:cxnSpLocks/>
          </p:cNvCxnSpPr>
          <p:nvPr userDrawn="1"/>
        </p:nvCxnSpPr>
        <p:spPr>
          <a:xfrm>
            <a:off x="10191404" y="5158673"/>
            <a:ext cx="100584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3128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2008F1-621E-4D3A-AC39-03AD2E90532A}"/>
              </a:ext>
            </a:extLst>
          </p:cNvPr>
          <p:cNvSpPr txBox="1">
            <a:spLocks/>
          </p:cNvSpPr>
          <p:nvPr userDrawn="1"/>
        </p:nvSpPr>
        <p:spPr>
          <a:xfrm>
            <a:off x="11614846" y="6391210"/>
            <a:ext cx="770694" cy="402483"/>
          </a:xfrm>
          <a:prstGeom prst="rect">
            <a:avLst/>
          </a:prstGeom>
        </p:spPr>
        <p:txBody>
          <a:bodyPr vert="horz" lIns="91440" tIns="45720" rIns="91440" bIns="7200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ko-KR" altLang="en-US" sz="900">
                <a:solidFill>
                  <a:schemeClr val="bg1">
                    <a:lumMod val="50000"/>
                  </a:schemeClr>
                </a:solidFill>
              </a:rPr>
              <a:t>│ </a:t>
            </a:r>
            <a:r>
              <a:rPr lang="en-US" altLang="ko-KR" sz="900">
                <a:solidFill>
                  <a:srgbClr val="C00000"/>
                </a:solidFill>
              </a:rPr>
              <a:t> </a:t>
            </a:r>
            <a:fld id="{2DCB18FE-46AA-4BE0-88C7-F5AF093AC2C4}" type="slidenum">
              <a:rPr lang="ko-KR" altLang="en-US" sz="900" smtClean="0">
                <a:solidFill>
                  <a:srgbClr val="C00000"/>
                </a:solidFill>
              </a:rPr>
              <a:pPr algn="l"/>
              <a:t>‹#›</a:t>
            </a:fld>
            <a:endParaRPr lang="ko-KR" altLang="en-US" sz="800">
              <a:solidFill>
                <a:srgbClr val="C00000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F74D566-5290-49D3-910B-25549DCA8EFF}"/>
              </a:ext>
            </a:extLst>
          </p:cNvPr>
          <p:cNvSpPr/>
          <p:nvPr userDrawn="1"/>
        </p:nvSpPr>
        <p:spPr>
          <a:xfrm>
            <a:off x="382897" y="795847"/>
            <a:ext cx="684000" cy="7997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2C82754-4F5C-45BA-B4D5-14EBD1CE933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7843" y="6426830"/>
            <a:ext cx="1787003" cy="287872"/>
          </a:xfrm>
          <a:prstGeom prst="rect">
            <a:avLst/>
          </a:prstGeom>
        </p:spPr>
      </p:pic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08606B09-FF37-41C3-A486-9819CF6A9095}"/>
              </a:ext>
            </a:extLst>
          </p:cNvPr>
          <p:cNvSpPr/>
          <p:nvPr userDrawn="1"/>
        </p:nvSpPr>
        <p:spPr>
          <a:xfrm>
            <a:off x="10211564" y="0"/>
            <a:ext cx="1704109" cy="289845"/>
          </a:xfrm>
          <a:prstGeom prst="round2SameRect">
            <a:avLst>
              <a:gd name="adj1" fmla="val 0"/>
              <a:gd name="adj2" fmla="val 42810"/>
            </a:avLst>
          </a:prstGeom>
          <a:gradFill flip="none" rotWithShape="1">
            <a:gsLst>
              <a:gs pos="100000">
                <a:srgbClr val="C00000"/>
              </a:gs>
              <a:gs pos="17000">
                <a:srgbClr val="960000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ATI Confidential</a:t>
            </a: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DB25EE3C-0B8B-4EF0-8B82-CFB86B533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083" y="228762"/>
            <a:ext cx="11607589" cy="557588"/>
          </a:xfrm>
        </p:spPr>
        <p:txBody>
          <a:bodyPr>
            <a:normAutofit/>
          </a:bodyPr>
          <a:lstStyle>
            <a:lvl1pPr>
              <a:defRPr sz="2400" b="1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1"/>
          </p:nvPr>
        </p:nvSpPr>
        <p:spPr>
          <a:xfrm>
            <a:off x="308082" y="1015111"/>
            <a:ext cx="11607589" cy="1235210"/>
          </a:xfrm>
        </p:spPr>
        <p:txBody>
          <a:bodyPr>
            <a:spAutoFit/>
          </a:bodyPr>
          <a:lstStyle>
            <a:lvl1pPr>
              <a:defRPr sz="1600">
                <a:solidFill>
                  <a:schemeClr val="bg2">
                    <a:lumMod val="25000"/>
                  </a:schemeClr>
                </a:solidFill>
              </a:defRPr>
            </a:lvl1pPr>
            <a:lvl2pPr>
              <a:defRPr sz="1400">
                <a:solidFill>
                  <a:schemeClr val="bg2">
                    <a:lumMod val="25000"/>
                  </a:schemeClr>
                </a:solidFill>
              </a:defRPr>
            </a:lvl2pPr>
            <a:lvl3pPr>
              <a:defRPr sz="1200">
                <a:solidFill>
                  <a:schemeClr val="bg2">
                    <a:lumMod val="25000"/>
                  </a:schemeClr>
                </a:solidFill>
              </a:defRPr>
            </a:lvl3pPr>
            <a:lvl4pPr>
              <a:defRPr sz="1100">
                <a:solidFill>
                  <a:schemeClr val="bg2">
                    <a:lumMod val="25000"/>
                  </a:schemeClr>
                </a:solidFill>
              </a:defRPr>
            </a:lvl4pPr>
            <a:lvl5pPr>
              <a:defRPr sz="1100">
                <a:solidFill>
                  <a:schemeClr val="bg2">
                    <a:lumMod val="25000"/>
                  </a:schemeClr>
                </a:solidFill>
              </a:defRPr>
            </a:lvl5pPr>
          </a:lstStyle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5427463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뒤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426ABAB9-B5A4-4A9B-9734-AF13015059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1202" y="-12603"/>
            <a:ext cx="12214403" cy="6870601"/>
          </a:xfrm>
          <a:prstGeom prst="rect">
            <a:avLst/>
          </a:prstGeom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329212" y="4803948"/>
            <a:ext cx="4019627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r>
              <a:rPr lang="en-US" altLang="ko-KR" sz="6000" b="1">
                <a:solidFill>
                  <a:schemeClr val="bg1"/>
                </a:solidFill>
                <a:latin typeface="+mj-ea"/>
                <a:ea typeface="+mj-ea"/>
                <a:cs typeface="Helvetica" panose="020B0604020202020204" pitchFamily="34" charset="0"/>
              </a:rPr>
              <a:t>Thank You</a:t>
            </a:r>
            <a:endParaRPr kumimoji="0" lang="ko-KR" altLang="en-US" sz="6000" b="1">
              <a:solidFill>
                <a:schemeClr val="bg1"/>
              </a:solidFill>
              <a:latin typeface="+mj-ea"/>
              <a:ea typeface="+mj-ea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27838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기타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0A9DFDAD-DDA1-49A4-9653-D80F4E78B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51261" y="-12603"/>
            <a:ext cx="12294521" cy="6870603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6289809B-E029-4D03-90E6-1A977BB1DDB6}"/>
              </a:ext>
            </a:extLst>
          </p:cNvPr>
          <p:cNvSpPr/>
          <p:nvPr userDrawn="1"/>
        </p:nvSpPr>
        <p:spPr>
          <a:xfrm>
            <a:off x="-49722" y="-16778"/>
            <a:ext cx="12294000" cy="72000"/>
          </a:xfrm>
          <a:prstGeom prst="rect">
            <a:avLst/>
          </a:prstGeom>
          <a:gradFill>
            <a:gsLst>
              <a:gs pos="0">
                <a:srgbClr val="C00000">
                  <a:alpha val="80000"/>
                </a:srgbClr>
              </a:gs>
              <a:gs pos="100000">
                <a:srgbClr val="96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aseline="-25000"/>
          </a:p>
        </p:txBody>
      </p:sp>
    </p:spTree>
    <p:extLst>
      <p:ext uri="{BB962C8B-B14F-4D97-AF65-F5344CB8AC3E}">
        <p14:creationId xmlns:p14="http://schemas.microsoft.com/office/powerpoint/2010/main" val="1345317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5894" y="1242203"/>
            <a:ext cx="9026107" cy="5624421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H="1">
            <a:off x="1008528" y="-1017153"/>
            <a:ext cx="4840941" cy="6858000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2" y="1187362"/>
            <a:ext cx="4145639" cy="256054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1" y="6019680"/>
            <a:ext cx="2256441" cy="363495"/>
          </a:xfrm>
          <a:prstGeom prst="rect">
            <a:avLst/>
          </a:prstGeom>
        </p:spPr>
      </p:pic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824906" y="1579897"/>
            <a:ext cx="7660737" cy="914400"/>
          </a:xfrm>
        </p:spPr>
        <p:txBody>
          <a:bodyPr anchor="ctr"/>
          <a:lstStyle>
            <a:lvl1pPr marL="0" indent="0">
              <a:buNone/>
              <a:defRPr sz="4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</a:lstStyle>
          <a:p>
            <a:r>
              <a:rPr lang="ko-KR" altLang="en-US" sz="4000" b="1" dirty="0">
                <a:solidFill>
                  <a:schemeClr val="bg1"/>
                </a:solidFill>
                <a:latin typeface="Helvetica" panose="020B0604020202020204" pitchFamily="34" charset="0"/>
                <a:ea typeface="맑은 고딕" panose="020B0503020000020004" pitchFamily="50" charset="-127"/>
                <a:cs typeface="Helvetica" panose="020B0604020202020204" pitchFamily="34" charset="0"/>
              </a:rPr>
              <a:t>제목을 입력하세요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 hasCustomPrompt="1"/>
          </p:nvPr>
        </p:nvSpPr>
        <p:spPr>
          <a:xfrm>
            <a:off x="880512" y="2640648"/>
            <a:ext cx="1165046" cy="250525"/>
          </a:xfrm>
        </p:spPr>
        <p:txBody>
          <a:bodyPr anchor="ctr">
            <a:normAutofit/>
          </a:bodyPr>
          <a:lstStyle>
            <a:lvl1pPr marL="0" indent="0">
              <a:buNone/>
              <a:defRPr sz="12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부서 </a:t>
            </a:r>
            <a:r>
              <a:rPr lang="en-US" altLang="ko-KR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날짜 </a:t>
            </a:r>
            <a:endParaRPr lang="en-US" altLang="ko-KR" sz="12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927097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afe Harbo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7E8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608538" y="406725"/>
            <a:ext cx="2303431" cy="45344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Confidentiality</a:t>
            </a:r>
          </a:p>
        </p:txBody>
      </p:sp>
      <p:sp>
        <p:nvSpPr>
          <p:cNvPr id="9" name="직사각형 8"/>
          <p:cNvSpPr/>
          <p:nvPr userDrawn="1"/>
        </p:nvSpPr>
        <p:spPr>
          <a:xfrm flipH="1">
            <a:off x="715108" y="943832"/>
            <a:ext cx="684000" cy="54000"/>
          </a:xfrm>
          <a:prstGeom prst="rect">
            <a:avLst/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6419418"/>
            <a:ext cx="1787003" cy="287872"/>
          </a:xfrm>
          <a:prstGeom prst="rect">
            <a:avLst/>
          </a:prstGeom>
        </p:spPr>
      </p:pic>
      <p:sp>
        <p:nvSpPr>
          <p:cNvPr id="11" name="TextBox 10"/>
          <p:cNvSpPr txBox="1"/>
          <p:nvPr userDrawn="1"/>
        </p:nvSpPr>
        <p:spPr>
          <a:xfrm>
            <a:off x="625138" y="1254623"/>
            <a:ext cx="10735226" cy="638115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presentation is confidential and may not be reproduced or distributed to others at any time </a:t>
            </a:r>
            <a:b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without our prior written consent.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625138" y="2308093"/>
            <a:ext cx="9887238" cy="212518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Nothing contained herein shall be construed as granting or conferring any rights by license or otherwise </a:t>
            </a:r>
            <a:b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any Confidential Information.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600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 Information may pertain to prospective or unannounced products.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600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Recipient agrees not to use any Confidential Information as a basis upon </a:t>
            </a:r>
            <a:b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which to develop or have a third party develop a competing or similar product.</a:t>
            </a:r>
          </a:p>
        </p:txBody>
      </p:sp>
    </p:spTree>
    <p:extLst>
      <p:ext uri="{BB962C8B-B14F-4D97-AF65-F5344CB8AC3E}">
        <p14:creationId xmlns:p14="http://schemas.microsoft.com/office/powerpoint/2010/main" val="1213017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12191999" cy="1691648"/>
          </a:xfrm>
          <a:prstGeom prst="rect">
            <a:avLst/>
          </a:prstGeom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1599285" y="2197003"/>
            <a:ext cx="234654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40" tIns="45720" rIns="91440" bIns="45720" anchor="t">
            <a:spAutoFit/>
          </a:bodyPr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r>
              <a:rPr lang="en-US" altLang="ko-KR" sz="3200" b="1" dirty="0">
                <a:solidFill>
                  <a:srgbClr val="C00000"/>
                </a:solidFill>
                <a:latin typeface="맑은 고딕"/>
                <a:ea typeface="맑은 고딕"/>
                <a:cs typeface="Helvetica"/>
              </a:rPr>
              <a:t>CONTENTS</a:t>
            </a:r>
            <a:endParaRPr kumimoji="0" lang="ko-KR" altLang="en-US" sz="3200" b="1" dirty="0">
              <a:solidFill>
                <a:srgbClr val="C00000"/>
              </a:solidFill>
              <a:latin typeface="+mj-ea"/>
              <a:ea typeface="+mj-ea"/>
              <a:cs typeface="Helvetica" panose="020B0604020202020204" pitchFamily="34" charset="0"/>
            </a:endParaRPr>
          </a:p>
        </p:txBody>
      </p:sp>
      <p:pic>
        <p:nvPicPr>
          <p:cNvPr id="9" name="그림 8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484"/>
          <a:stretch/>
        </p:blipFill>
        <p:spPr>
          <a:xfrm rot="16200000" flipH="1">
            <a:off x="2593555" y="-2573667"/>
            <a:ext cx="1670891" cy="6858000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472" y="566748"/>
            <a:ext cx="1801529" cy="112258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4716B69-7D4E-4421-BF4F-0FFF93D26CF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4280" y="137145"/>
            <a:ext cx="1777955" cy="263275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94FCC072-B52A-4FAE-979C-4A223AA649FF}"/>
              </a:ext>
            </a:extLst>
          </p:cNvPr>
          <p:cNvSpPr/>
          <p:nvPr userDrawn="1"/>
        </p:nvSpPr>
        <p:spPr>
          <a:xfrm>
            <a:off x="1695076" y="2781778"/>
            <a:ext cx="2101064" cy="9996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직선 연결선 20"/>
          <p:cNvCxnSpPr/>
          <p:nvPr userDrawn="1"/>
        </p:nvCxnSpPr>
        <p:spPr>
          <a:xfrm>
            <a:off x="7741089" y="2526837"/>
            <a:ext cx="0" cy="4331163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7092899" y="2230203"/>
            <a:ext cx="569404" cy="4627796"/>
          </a:xfrm>
        </p:spPr>
        <p:txBody>
          <a:bodyPr anchor="t">
            <a:noAutofit/>
          </a:bodyPr>
          <a:lstStyle>
            <a:lvl1pPr marL="0" indent="0">
              <a:lnSpc>
                <a:spcPct val="150000"/>
              </a:lnSpc>
              <a:buNone/>
              <a:defRPr sz="2000" b="1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en-US" altLang="ko-KR" dirty="0"/>
              <a:t>01</a:t>
            </a:r>
          </a:p>
        </p:txBody>
      </p:sp>
      <p:sp>
        <p:nvSpPr>
          <p:cNvPr id="44" name="직사각형 43"/>
          <p:cNvSpPr/>
          <p:nvPr userDrawn="1"/>
        </p:nvSpPr>
        <p:spPr>
          <a:xfrm>
            <a:off x="7713923" y="2474096"/>
            <a:ext cx="47852" cy="47839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640000"/>
              </a:solidFill>
            </a:endParaRPr>
          </a:p>
        </p:txBody>
      </p:sp>
      <p:sp>
        <p:nvSpPr>
          <p:cNvPr id="53" name="텍스트 개체 틀 52"/>
          <p:cNvSpPr>
            <a:spLocks noGrp="1"/>
          </p:cNvSpPr>
          <p:nvPr>
            <p:ph type="body" sz="quarter" idx="11" hasCustomPrompt="1"/>
          </p:nvPr>
        </p:nvSpPr>
        <p:spPr>
          <a:xfrm>
            <a:off x="7840561" y="2230203"/>
            <a:ext cx="3434164" cy="4644723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1" hangingPunct="1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 b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입력하세요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1395144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5894" y="1242203"/>
            <a:ext cx="9026107" cy="5624421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H="1">
            <a:off x="1008528" y="-1017153"/>
            <a:ext cx="4840941" cy="6858000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2" y="1187362"/>
            <a:ext cx="4145639" cy="256054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1" y="6019680"/>
            <a:ext cx="2256441" cy="363495"/>
          </a:xfrm>
          <a:prstGeom prst="rect">
            <a:avLst/>
          </a:prstGeom>
        </p:spPr>
      </p:pic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824906" y="1579897"/>
            <a:ext cx="7660737" cy="914400"/>
          </a:xfrm>
        </p:spPr>
        <p:txBody>
          <a:bodyPr anchor="ctr"/>
          <a:lstStyle>
            <a:lvl1pPr marL="0" indent="0">
              <a:buNone/>
              <a:defRPr sz="4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</a:lstStyle>
          <a:p>
            <a:r>
              <a:rPr lang="ko-KR" altLang="en-US" sz="4000" b="1" dirty="0">
                <a:solidFill>
                  <a:schemeClr val="bg1"/>
                </a:solidFill>
                <a:latin typeface="Helvetica" panose="020B0604020202020204" pitchFamily="34" charset="0"/>
                <a:ea typeface="맑은 고딕" panose="020B0503020000020004" pitchFamily="50" charset="-127"/>
                <a:cs typeface="Helvetica" panose="020B0604020202020204" pitchFamily="34" charset="0"/>
              </a:rPr>
              <a:t>제목을 입력하세요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 hasCustomPrompt="1"/>
          </p:nvPr>
        </p:nvSpPr>
        <p:spPr>
          <a:xfrm>
            <a:off x="880512" y="2640648"/>
            <a:ext cx="1165046" cy="250525"/>
          </a:xfrm>
        </p:spPr>
        <p:txBody>
          <a:bodyPr anchor="ctr">
            <a:normAutofit/>
          </a:bodyPr>
          <a:lstStyle>
            <a:lvl1pPr marL="0" indent="0">
              <a:buNone/>
              <a:defRPr sz="12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부서 </a:t>
            </a:r>
            <a:r>
              <a:rPr lang="en-US" altLang="ko-KR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날짜 </a:t>
            </a:r>
            <a:endParaRPr lang="en-US" altLang="ko-KR" sz="12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948213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fe Harbo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7E8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608538" y="406725"/>
            <a:ext cx="2303431" cy="45344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Confidentiality</a:t>
            </a:r>
          </a:p>
        </p:txBody>
      </p:sp>
      <p:sp>
        <p:nvSpPr>
          <p:cNvPr id="9" name="직사각형 8"/>
          <p:cNvSpPr/>
          <p:nvPr userDrawn="1"/>
        </p:nvSpPr>
        <p:spPr>
          <a:xfrm flipH="1">
            <a:off x="715108" y="943832"/>
            <a:ext cx="684000" cy="54000"/>
          </a:xfrm>
          <a:prstGeom prst="rect">
            <a:avLst/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6419418"/>
            <a:ext cx="1787003" cy="287872"/>
          </a:xfrm>
          <a:prstGeom prst="rect">
            <a:avLst/>
          </a:prstGeom>
        </p:spPr>
      </p:pic>
      <p:sp>
        <p:nvSpPr>
          <p:cNvPr id="11" name="TextBox 10"/>
          <p:cNvSpPr txBox="1"/>
          <p:nvPr userDrawn="1"/>
        </p:nvSpPr>
        <p:spPr>
          <a:xfrm>
            <a:off x="625138" y="1254623"/>
            <a:ext cx="10735226" cy="638115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presentation is confidential and may not be reproduced or distributed to others at any time </a:t>
            </a:r>
            <a:b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without our prior written consent.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625138" y="2308093"/>
            <a:ext cx="9887238" cy="212518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Nothing contained herein shall be construed as granting or conferring any rights by license or otherwise </a:t>
            </a:r>
            <a:b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any Confidential Information.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600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 Information may pertain to prospective or unannounced products.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600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Recipient agrees not to use any Confidential Information as a basis upon </a:t>
            </a:r>
            <a:b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which to develop or have a third party develop a competing or similar product.</a:t>
            </a:r>
          </a:p>
        </p:txBody>
      </p:sp>
    </p:spTree>
    <p:extLst>
      <p:ext uri="{BB962C8B-B14F-4D97-AF65-F5344CB8AC3E}">
        <p14:creationId xmlns:p14="http://schemas.microsoft.com/office/powerpoint/2010/main" val="5215054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12191999" cy="1691648"/>
          </a:xfrm>
          <a:prstGeom prst="rect">
            <a:avLst/>
          </a:prstGeom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1599285" y="2197003"/>
            <a:ext cx="234654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40" tIns="45720" rIns="91440" bIns="45720" anchor="t">
            <a:spAutoFit/>
          </a:bodyPr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r>
              <a:rPr lang="en-US" altLang="ko-KR" sz="3200" b="1" dirty="0">
                <a:solidFill>
                  <a:srgbClr val="C00000"/>
                </a:solidFill>
                <a:latin typeface="맑은 고딕"/>
                <a:ea typeface="맑은 고딕"/>
                <a:cs typeface="Helvetica"/>
              </a:rPr>
              <a:t>CONTENTS</a:t>
            </a:r>
            <a:endParaRPr kumimoji="0" lang="ko-KR" altLang="en-US" sz="3200" b="1" dirty="0">
              <a:solidFill>
                <a:srgbClr val="C00000"/>
              </a:solidFill>
              <a:latin typeface="+mj-ea"/>
              <a:ea typeface="+mj-ea"/>
              <a:cs typeface="Helvetica" panose="020B0604020202020204" pitchFamily="34" charset="0"/>
            </a:endParaRPr>
          </a:p>
        </p:txBody>
      </p:sp>
      <p:pic>
        <p:nvPicPr>
          <p:cNvPr id="9" name="그림 8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484"/>
          <a:stretch/>
        </p:blipFill>
        <p:spPr>
          <a:xfrm rot="16200000" flipH="1">
            <a:off x="2593555" y="-2573667"/>
            <a:ext cx="1670891" cy="6858000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472" y="566748"/>
            <a:ext cx="1801529" cy="112258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4716B69-7D4E-4421-BF4F-0FFF93D26CF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4280" y="137145"/>
            <a:ext cx="1777955" cy="263275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94FCC072-B52A-4FAE-979C-4A223AA649FF}"/>
              </a:ext>
            </a:extLst>
          </p:cNvPr>
          <p:cNvSpPr/>
          <p:nvPr userDrawn="1"/>
        </p:nvSpPr>
        <p:spPr>
          <a:xfrm>
            <a:off x="1695076" y="2781778"/>
            <a:ext cx="2101064" cy="9996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직선 연결선 20"/>
          <p:cNvCxnSpPr/>
          <p:nvPr userDrawn="1"/>
        </p:nvCxnSpPr>
        <p:spPr>
          <a:xfrm>
            <a:off x="7741089" y="2526837"/>
            <a:ext cx="0" cy="4331163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7092899" y="2230203"/>
            <a:ext cx="569404" cy="4627796"/>
          </a:xfrm>
        </p:spPr>
        <p:txBody>
          <a:bodyPr anchor="t">
            <a:noAutofit/>
          </a:bodyPr>
          <a:lstStyle>
            <a:lvl1pPr marL="0" indent="0">
              <a:lnSpc>
                <a:spcPct val="150000"/>
              </a:lnSpc>
              <a:buNone/>
              <a:defRPr sz="2000" b="1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en-US" altLang="ko-KR" dirty="0"/>
              <a:t>01</a:t>
            </a:r>
          </a:p>
        </p:txBody>
      </p:sp>
      <p:sp>
        <p:nvSpPr>
          <p:cNvPr id="44" name="직사각형 43"/>
          <p:cNvSpPr/>
          <p:nvPr userDrawn="1"/>
        </p:nvSpPr>
        <p:spPr>
          <a:xfrm>
            <a:off x="7713923" y="2474096"/>
            <a:ext cx="47852" cy="47839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640000"/>
              </a:solidFill>
            </a:endParaRPr>
          </a:p>
        </p:txBody>
      </p:sp>
      <p:sp>
        <p:nvSpPr>
          <p:cNvPr id="53" name="텍스트 개체 틀 52"/>
          <p:cNvSpPr>
            <a:spLocks noGrp="1"/>
          </p:cNvSpPr>
          <p:nvPr>
            <p:ph type="body" sz="quarter" idx="11" hasCustomPrompt="1"/>
          </p:nvPr>
        </p:nvSpPr>
        <p:spPr>
          <a:xfrm>
            <a:off x="7840561" y="2230203"/>
            <a:ext cx="3434164" cy="4644723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1" hangingPunct="1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 b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입력하세요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602140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BAE9BC08-1F92-4AD1-86A3-C41C2223A68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7E8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54F5F0E-1CF6-44DB-96A5-586F9479302E}"/>
              </a:ext>
            </a:extLst>
          </p:cNvPr>
          <p:cNvSpPr/>
          <p:nvPr userDrawn="1"/>
        </p:nvSpPr>
        <p:spPr>
          <a:xfrm>
            <a:off x="0" y="3383573"/>
            <a:ext cx="12192000" cy="90855"/>
          </a:xfrm>
          <a:prstGeom prst="rect">
            <a:avLst/>
          </a:prstGeom>
          <a:gradFill flip="none" rotWithShape="1">
            <a:gsLst>
              <a:gs pos="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FD4D829-36C2-4504-B7E5-007475BC235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492" y="1476601"/>
            <a:ext cx="3600000" cy="36000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44F942A7-FABC-4356-9BD0-9884C1FB514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1332" y="642856"/>
            <a:ext cx="3040778" cy="4779818"/>
          </a:xfrm>
          <a:prstGeom prst="rect">
            <a:avLst/>
          </a:prstGeom>
        </p:spPr>
      </p:pic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1024285" y="1602173"/>
            <a:ext cx="1917323" cy="1073015"/>
          </a:xfrm>
        </p:spPr>
        <p:txBody>
          <a:bodyPr>
            <a:noAutofit/>
          </a:bodyPr>
          <a:lstStyle>
            <a:lvl1pPr marL="0" indent="0">
              <a:buNone/>
              <a:defRPr sz="8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en-US" altLang="ko-KR" sz="80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Helvetica" panose="020B0604020202020204" pitchFamily="34" charset="0"/>
              </a:rPr>
              <a:t>01.</a:t>
            </a:r>
            <a:endParaRPr lang="ko-KR" altLang="en-US" sz="8000" dirty="0">
              <a:solidFill>
                <a:schemeClr val="bg1"/>
              </a:solidFill>
              <a:latin typeface="+mn-ea"/>
              <a:cs typeface="Helvetica" panose="020B0604020202020204" pitchFamily="34" charset="0"/>
            </a:endParaRP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 hasCustomPrompt="1"/>
          </p:nvPr>
        </p:nvSpPr>
        <p:spPr>
          <a:xfrm>
            <a:off x="5439157" y="2649310"/>
            <a:ext cx="6335900" cy="914400"/>
          </a:xfrm>
        </p:spPr>
        <p:txBody>
          <a:bodyPr anchor="ctr">
            <a:normAutofit/>
          </a:bodyPr>
          <a:lstStyle>
            <a:lvl1pPr marL="0" indent="0">
              <a:buNone/>
              <a:defRPr sz="36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슬라이드 서브 타이틀</a:t>
            </a:r>
          </a:p>
        </p:txBody>
      </p:sp>
    </p:spTree>
    <p:extLst>
      <p:ext uri="{BB962C8B-B14F-4D97-AF65-F5344CB8AC3E}">
        <p14:creationId xmlns:p14="http://schemas.microsoft.com/office/powerpoint/2010/main" val="296872613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 기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11683050" y="6515899"/>
            <a:ext cx="40957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DCB18FE-46AA-4BE0-88C7-F5AF093AC2C4}" type="slidenum">
              <a:rPr lang="ko-KR" altLang="en-US" sz="800" smtClean="0">
                <a:solidFill>
                  <a:srgbClr val="C00000"/>
                </a:solidFill>
              </a:rPr>
              <a:pPr/>
              <a:t>‹#›</a:t>
            </a:fld>
            <a:endParaRPr lang="ko-KR" altLang="en-US" sz="800">
              <a:solidFill>
                <a:srgbClr val="C00000"/>
              </a:solidFill>
            </a:endParaRPr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12084000" y="6702938"/>
            <a:ext cx="108000" cy="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 userDrawn="1"/>
        </p:nvSpPr>
        <p:spPr>
          <a:xfrm>
            <a:off x="382897" y="762595"/>
            <a:ext cx="684000" cy="7997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268784"/>
            <a:ext cx="1787003" cy="287872"/>
          </a:xfrm>
          <a:prstGeom prst="rect">
            <a:avLst/>
          </a:prstGeom>
        </p:spPr>
      </p:pic>
      <p:sp>
        <p:nvSpPr>
          <p:cNvPr id="15" name="텍스트 개체 틀 14"/>
          <p:cNvSpPr>
            <a:spLocks noGrp="1"/>
          </p:cNvSpPr>
          <p:nvPr>
            <p:ph type="body" sz="quarter" idx="10" hasCustomPrompt="1"/>
          </p:nvPr>
        </p:nvSpPr>
        <p:spPr>
          <a:xfrm>
            <a:off x="276327" y="301131"/>
            <a:ext cx="8333416" cy="430871"/>
          </a:xfrm>
        </p:spPr>
        <p:txBody>
          <a:bodyPr anchor="ctr">
            <a:normAutofit/>
          </a:bodyPr>
          <a:lstStyle>
            <a:lvl1pPr marL="0" indent="0">
              <a:buNone/>
              <a:defRPr sz="24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제목을 입력하세요</a:t>
            </a:r>
            <a:endParaRPr lang="en-US" altLang="ko-KR" sz="24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텍스트 개체 틀 16"/>
          <p:cNvSpPr>
            <a:spLocks noGrp="1"/>
          </p:cNvSpPr>
          <p:nvPr>
            <p:ph type="body" sz="quarter" idx="11" hasCustomPrompt="1"/>
          </p:nvPr>
        </p:nvSpPr>
        <p:spPr>
          <a:xfrm>
            <a:off x="276327" y="1037525"/>
            <a:ext cx="7505670" cy="834407"/>
          </a:xfrm>
        </p:spPr>
        <p:txBody>
          <a:bodyPr>
            <a:normAutofit/>
          </a:bodyPr>
          <a:lstStyle>
            <a:lvl1pPr marL="0" indent="0">
              <a:buNone/>
              <a:defRPr sz="16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6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내용을 입력하세요</a:t>
            </a:r>
            <a:endParaRPr lang="en-US" altLang="ko-KR" sz="16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사각형: 둥근 한쪽 모서리 228">
            <a:extLst>
              <a:ext uri="{FF2B5EF4-FFF2-40B4-BE49-F238E27FC236}">
                <a16:creationId xmlns:a16="http://schemas.microsoft.com/office/drawing/2014/main" id="{31E1F217-0E2E-4143-BACB-F9FD2CBFC6AA}"/>
              </a:ext>
            </a:extLst>
          </p:cNvPr>
          <p:cNvSpPr/>
          <p:nvPr userDrawn="1"/>
        </p:nvSpPr>
        <p:spPr>
          <a:xfrm>
            <a:off x="0" y="6515899"/>
            <a:ext cx="2125981" cy="289844"/>
          </a:xfrm>
          <a:prstGeom prst="round1Rect">
            <a:avLst>
              <a:gd name="adj" fmla="val 50000"/>
            </a:avLst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D457A0F-E26F-41AC-8987-F7C82D0B052B}"/>
              </a:ext>
            </a:extLst>
          </p:cNvPr>
          <p:cNvSpPr txBox="1"/>
          <p:nvPr userDrawn="1"/>
        </p:nvSpPr>
        <p:spPr>
          <a:xfrm>
            <a:off x="439739" y="6580030"/>
            <a:ext cx="1343342" cy="161583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ko-KR" sz="105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ATI Confidential</a:t>
            </a:r>
          </a:p>
        </p:txBody>
      </p:sp>
    </p:spTree>
    <p:extLst>
      <p:ext uri="{BB962C8B-B14F-4D97-AF65-F5344CB8AC3E}">
        <p14:creationId xmlns:p14="http://schemas.microsoft.com/office/powerpoint/2010/main" val="41700682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텍스트 수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11683050" y="6515899"/>
            <a:ext cx="40957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DCB18FE-46AA-4BE0-88C7-F5AF093AC2C4}" type="slidenum">
              <a:rPr lang="ko-KR" altLang="en-US" sz="800" smtClean="0">
                <a:solidFill>
                  <a:srgbClr val="C00000"/>
                </a:solidFill>
              </a:rPr>
              <a:pPr/>
              <a:t>‹#›</a:t>
            </a:fld>
            <a:endParaRPr lang="ko-KR" altLang="en-US" sz="800">
              <a:solidFill>
                <a:srgbClr val="C00000"/>
              </a:solidFill>
            </a:endParaRPr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12084000" y="6702938"/>
            <a:ext cx="108000" cy="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 userDrawn="1"/>
        </p:nvSpPr>
        <p:spPr>
          <a:xfrm>
            <a:off x="382897" y="762595"/>
            <a:ext cx="684000" cy="7997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268784"/>
            <a:ext cx="1787003" cy="287872"/>
          </a:xfrm>
          <a:prstGeom prst="rect">
            <a:avLst/>
          </a:prstGeom>
        </p:spPr>
      </p:pic>
      <p:sp>
        <p:nvSpPr>
          <p:cNvPr id="15" name="텍스트 개체 틀 14"/>
          <p:cNvSpPr>
            <a:spLocks noGrp="1"/>
          </p:cNvSpPr>
          <p:nvPr>
            <p:ph type="body" sz="quarter" idx="10" hasCustomPrompt="1"/>
          </p:nvPr>
        </p:nvSpPr>
        <p:spPr>
          <a:xfrm>
            <a:off x="276327" y="301131"/>
            <a:ext cx="8333416" cy="430871"/>
          </a:xfrm>
        </p:spPr>
        <p:txBody>
          <a:bodyPr anchor="ctr">
            <a:normAutofit/>
          </a:bodyPr>
          <a:lstStyle>
            <a:lvl1pPr marL="0" indent="0">
              <a:buNone/>
              <a:defRPr sz="24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제목을 입력하세요</a:t>
            </a:r>
            <a:endParaRPr lang="en-US" altLang="ko-KR" sz="24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텍스트 개체 틀 16"/>
          <p:cNvSpPr>
            <a:spLocks noGrp="1"/>
          </p:cNvSpPr>
          <p:nvPr>
            <p:ph type="body" sz="quarter" idx="11" hasCustomPrompt="1"/>
          </p:nvPr>
        </p:nvSpPr>
        <p:spPr>
          <a:xfrm>
            <a:off x="276327" y="1037525"/>
            <a:ext cx="7505670" cy="757043"/>
          </a:xfrm>
        </p:spPr>
        <p:txBody>
          <a:bodyPr>
            <a:normAutofit/>
          </a:bodyPr>
          <a:lstStyle>
            <a:lvl1pPr marL="0" indent="0">
              <a:buNone/>
              <a:defRPr sz="16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6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내용을 입력하세요</a:t>
            </a:r>
            <a:endParaRPr lang="en-US" altLang="ko-KR" sz="16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 hasCustomPrompt="1"/>
          </p:nvPr>
        </p:nvSpPr>
        <p:spPr>
          <a:xfrm>
            <a:off x="828074" y="1794568"/>
            <a:ext cx="4468545" cy="4305831"/>
          </a:xfrm>
        </p:spPr>
        <p:txBody>
          <a:bodyPr/>
          <a:lstStyle>
            <a:lvl1pPr>
              <a:defRPr sz="20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18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16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14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lvl="0"/>
            <a:r>
              <a:rPr lang="ko-KR" altLang="en-US" dirty="0"/>
              <a:t>텍스트 첫째 수준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3" name="사각형: 둥근 한쪽 모서리 228">
            <a:extLst>
              <a:ext uri="{FF2B5EF4-FFF2-40B4-BE49-F238E27FC236}">
                <a16:creationId xmlns:a16="http://schemas.microsoft.com/office/drawing/2014/main" id="{31E1F217-0E2E-4143-BACB-F9FD2CBFC6AA}"/>
              </a:ext>
            </a:extLst>
          </p:cNvPr>
          <p:cNvSpPr/>
          <p:nvPr userDrawn="1"/>
        </p:nvSpPr>
        <p:spPr>
          <a:xfrm>
            <a:off x="0" y="6515899"/>
            <a:ext cx="2125981" cy="289844"/>
          </a:xfrm>
          <a:prstGeom prst="round1Rect">
            <a:avLst>
              <a:gd name="adj" fmla="val 50000"/>
            </a:avLst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457A0F-E26F-41AC-8987-F7C82D0B052B}"/>
              </a:ext>
            </a:extLst>
          </p:cNvPr>
          <p:cNvSpPr txBox="1"/>
          <p:nvPr userDrawn="1"/>
        </p:nvSpPr>
        <p:spPr>
          <a:xfrm>
            <a:off x="439739" y="6580030"/>
            <a:ext cx="1343342" cy="161583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ko-KR" sz="105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ATI Confidential</a:t>
            </a:r>
          </a:p>
        </p:txBody>
      </p:sp>
    </p:spTree>
    <p:extLst>
      <p:ext uri="{BB962C8B-B14F-4D97-AF65-F5344CB8AC3E}">
        <p14:creationId xmlns:p14="http://schemas.microsoft.com/office/powerpoint/2010/main" val="375973486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11683050" y="6515899"/>
            <a:ext cx="40957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DCB18FE-46AA-4BE0-88C7-F5AF093AC2C4}" type="slidenum">
              <a:rPr lang="ko-KR" altLang="en-US" sz="800" smtClean="0">
                <a:solidFill>
                  <a:srgbClr val="C00000"/>
                </a:solidFill>
              </a:rPr>
              <a:pPr/>
              <a:t>‹#›</a:t>
            </a:fld>
            <a:endParaRPr lang="ko-KR" altLang="en-US" sz="800">
              <a:solidFill>
                <a:srgbClr val="C00000"/>
              </a:solidFill>
            </a:endParaRPr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12084000" y="6702938"/>
            <a:ext cx="108000" cy="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 userDrawn="1"/>
        </p:nvSpPr>
        <p:spPr>
          <a:xfrm>
            <a:off x="382897" y="762595"/>
            <a:ext cx="684000" cy="7997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268784"/>
            <a:ext cx="1787003" cy="287872"/>
          </a:xfrm>
          <a:prstGeom prst="rect">
            <a:avLst/>
          </a:prstGeom>
        </p:spPr>
      </p:pic>
      <p:sp>
        <p:nvSpPr>
          <p:cNvPr id="15" name="텍스트 개체 틀 14"/>
          <p:cNvSpPr>
            <a:spLocks noGrp="1"/>
          </p:cNvSpPr>
          <p:nvPr>
            <p:ph type="body" sz="quarter" idx="10" hasCustomPrompt="1"/>
          </p:nvPr>
        </p:nvSpPr>
        <p:spPr>
          <a:xfrm>
            <a:off x="276327" y="301131"/>
            <a:ext cx="8333416" cy="430871"/>
          </a:xfrm>
        </p:spPr>
        <p:txBody>
          <a:bodyPr anchor="ctr">
            <a:normAutofit/>
          </a:bodyPr>
          <a:lstStyle>
            <a:lvl1pPr marL="0" indent="0">
              <a:buNone/>
              <a:defRPr sz="24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제목을 입력하세요</a:t>
            </a:r>
            <a:endParaRPr lang="en-US" altLang="ko-KR" sz="24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텍스트 개체 틀 16"/>
          <p:cNvSpPr>
            <a:spLocks noGrp="1"/>
          </p:cNvSpPr>
          <p:nvPr>
            <p:ph type="body" sz="quarter" idx="11" hasCustomPrompt="1"/>
          </p:nvPr>
        </p:nvSpPr>
        <p:spPr>
          <a:xfrm>
            <a:off x="276327" y="1037525"/>
            <a:ext cx="7505670" cy="345117"/>
          </a:xfrm>
        </p:spPr>
        <p:txBody>
          <a:bodyPr>
            <a:normAutofit/>
          </a:bodyPr>
          <a:lstStyle>
            <a:lvl1pPr marL="0" indent="0">
              <a:buNone/>
              <a:defRPr sz="16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6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내용을 입력하세요</a:t>
            </a:r>
            <a:endParaRPr lang="en-US" altLang="ko-KR" sz="16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사각형: 둥근 한쪽 모서리 228">
            <a:extLst>
              <a:ext uri="{FF2B5EF4-FFF2-40B4-BE49-F238E27FC236}">
                <a16:creationId xmlns:a16="http://schemas.microsoft.com/office/drawing/2014/main" id="{31E1F217-0E2E-4143-BACB-F9FD2CBFC6AA}"/>
              </a:ext>
            </a:extLst>
          </p:cNvPr>
          <p:cNvSpPr/>
          <p:nvPr userDrawn="1"/>
        </p:nvSpPr>
        <p:spPr>
          <a:xfrm>
            <a:off x="0" y="6515899"/>
            <a:ext cx="2125981" cy="289844"/>
          </a:xfrm>
          <a:prstGeom prst="round1Rect">
            <a:avLst>
              <a:gd name="adj" fmla="val 50000"/>
            </a:avLst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457A0F-E26F-41AC-8987-F7C82D0B052B}"/>
              </a:ext>
            </a:extLst>
          </p:cNvPr>
          <p:cNvSpPr txBox="1"/>
          <p:nvPr userDrawn="1"/>
        </p:nvSpPr>
        <p:spPr>
          <a:xfrm>
            <a:off x="439739" y="6580030"/>
            <a:ext cx="1343342" cy="161583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ko-KR" sz="105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ATI Confidential</a:t>
            </a:r>
          </a:p>
        </p:txBody>
      </p:sp>
    </p:spTree>
    <p:extLst>
      <p:ext uri="{BB962C8B-B14F-4D97-AF65-F5344CB8AC3E}">
        <p14:creationId xmlns:p14="http://schemas.microsoft.com/office/powerpoint/2010/main" val="11680086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뒤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5894" y="1242203"/>
            <a:ext cx="9026107" cy="5624421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H="1">
            <a:off x="1008528" y="-1008530"/>
            <a:ext cx="4840941" cy="6858000"/>
          </a:xfrm>
          <a:prstGeom prst="rect">
            <a:avLst/>
          </a:prstGeom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778100" y="2118937"/>
            <a:ext cx="4437882" cy="11079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r>
              <a:rPr lang="en-US" altLang="ko-KR" sz="6600" b="1" dirty="0">
                <a:solidFill>
                  <a:schemeClr val="bg1"/>
                </a:solidFill>
                <a:latin typeface="+mj-ea"/>
                <a:ea typeface="+mj-ea"/>
                <a:cs typeface="Helvetica" panose="020B0604020202020204" pitchFamily="34" charset="0"/>
              </a:rPr>
              <a:t>Thank You</a:t>
            </a:r>
            <a:endParaRPr kumimoji="0" lang="ko-KR" altLang="en-US" sz="6600" b="1" dirty="0">
              <a:solidFill>
                <a:schemeClr val="bg1"/>
              </a:solidFill>
              <a:latin typeface="+mj-ea"/>
              <a:ea typeface="+mj-ea"/>
              <a:cs typeface="Helvetica" panose="020B0604020202020204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4716B69-7D4E-4421-BF4F-0FFF93D26CF8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100" y="1371943"/>
            <a:ext cx="2191443" cy="324503"/>
          </a:xfrm>
          <a:prstGeom prst="rect">
            <a:avLst/>
          </a:prstGeom>
        </p:spPr>
      </p:pic>
      <p:sp>
        <p:nvSpPr>
          <p:cNvPr id="10" name="TextBox 9"/>
          <p:cNvSpPr txBox="1"/>
          <p:nvPr userDrawn="1"/>
        </p:nvSpPr>
        <p:spPr>
          <a:xfrm>
            <a:off x="9633554" y="6389879"/>
            <a:ext cx="2346712" cy="361116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pPr algn="r"/>
            <a:r>
              <a:rPr lang="en-US" altLang="ko-KR" sz="9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Copyright of ATI 2021. All rights reserved</a:t>
            </a:r>
          </a:p>
          <a:p>
            <a:pPr algn="r"/>
            <a:r>
              <a:rPr lang="en-US" altLang="ko-KR" sz="9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/>
                </a:solidFill>
                <a:latin typeface="맑은 고딕" panose="020B0503020000020004" pitchFamily="50" charset="-127"/>
              </a:rPr>
              <a:t>www.ati2000.co.kr</a:t>
            </a:r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9" y="1089667"/>
            <a:ext cx="2698228" cy="166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1730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1A6A9-4EC0-4F01-BA4C-EB9C78191CD2}" type="datetimeFigureOut">
              <a:rPr lang="ko-KR" altLang="en-US" smtClean="0"/>
              <a:t>2025-10-20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988B99-6572-41AC-9FB3-72C30835AE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508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7" r:id="rId2"/>
    <p:sldLayoutId id="2147483651" r:id="rId3"/>
    <p:sldLayoutId id="2147483670" r:id="rId4"/>
    <p:sldLayoutId id="2147483653" r:id="rId5"/>
    <p:sldLayoutId id="2147483669" r:id="rId6"/>
    <p:sldLayoutId id="2147483655" r:id="rId7"/>
    <p:sldLayoutId id="2147483666" r:id="rId8"/>
    <p:sldLayoutId id="2147483671" r:id="rId9"/>
    <p:sldLayoutId id="2147483672" r:id="rId10"/>
    <p:sldLayoutId id="2147483673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1A6A9-4EC0-4F01-BA4C-EB9C78191CD2}" type="datetimeFigureOut">
              <a:rPr lang="ko-KR" altLang="en-US" smtClean="0"/>
              <a:t>2025-10-20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988B99-6572-41AC-9FB3-72C30835AE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38372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22.png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25.png"/><Relationship Id="rId4" Type="http://schemas.microsoft.com/office/2007/relationships/hdphoto" Target="../media/hdphoto2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microsoft.com/office/2007/relationships/hdphoto" Target="../media/hdphoto3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824906" y="1579897"/>
            <a:ext cx="10194076" cy="914400"/>
          </a:xfrm>
        </p:spPr>
        <p:txBody>
          <a:bodyPr>
            <a:normAutofit/>
          </a:bodyPr>
          <a:lstStyle/>
          <a:p>
            <a:r>
              <a:rPr lang="en-US" altLang="ko-KR" dirty="0"/>
              <a:t>12</a:t>
            </a:r>
            <a:r>
              <a:rPr lang="ko-KR" altLang="en-US" dirty="0"/>
              <a:t>주차 과제 발표 </a:t>
            </a:r>
            <a:r>
              <a:rPr lang="en-US" altLang="ko-KR" dirty="0"/>
              <a:t>– </a:t>
            </a:r>
            <a:r>
              <a:rPr lang="en-US" altLang="ko-KR" dirty="0" err="1"/>
              <a:t>Klarf</a:t>
            </a:r>
            <a:r>
              <a:rPr lang="ko-KR" altLang="en-US" dirty="0"/>
              <a:t> 실습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1"/>
          </p:nvPr>
        </p:nvSpPr>
        <p:spPr>
          <a:xfrm>
            <a:off x="880512" y="2640648"/>
            <a:ext cx="2464572" cy="276172"/>
          </a:xfrm>
        </p:spPr>
        <p:txBody>
          <a:bodyPr>
            <a:normAutofit/>
          </a:bodyPr>
          <a:lstStyle/>
          <a:p>
            <a:r>
              <a:rPr lang="ko-KR" altLang="en-US" dirty="0"/>
              <a:t>선행</a:t>
            </a:r>
            <a:r>
              <a:rPr lang="en-US" altLang="ko-KR" dirty="0"/>
              <a:t>SW / </a:t>
            </a:r>
            <a:r>
              <a:rPr lang="ko-KR" altLang="en-US" dirty="0"/>
              <a:t>알고리즘</a:t>
            </a:r>
            <a:r>
              <a:rPr lang="en-US" altLang="ko-KR" dirty="0"/>
              <a:t> / </a:t>
            </a:r>
            <a:r>
              <a:rPr lang="ko-KR" altLang="en-US" dirty="0"/>
              <a:t>안광윤</a:t>
            </a:r>
          </a:p>
        </p:txBody>
      </p:sp>
    </p:spTree>
    <p:extLst>
      <p:ext uri="{BB962C8B-B14F-4D97-AF65-F5344CB8AC3E}">
        <p14:creationId xmlns:p14="http://schemas.microsoft.com/office/powerpoint/2010/main" val="415172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94453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altLang="ko-KR" dirty="0"/>
          </a:p>
          <a:p>
            <a:r>
              <a:rPr lang="en-US" altLang="ko-KR" dirty="0"/>
              <a:t>01</a:t>
            </a:r>
          </a:p>
          <a:p>
            <a:r>
              <a:rPr lang="en-US" altLang="ko-KR" dirty="0"/>
              <a:t>02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1"/>
          </p:nvPr>
        </p:nvSpPr>
        <p:spPr>
          <a:xfrm>
            <a:off x="7840560" y="2230203"/>
            <a:ext cx="4351439" cy="4644723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r>
              <a:rPr lang="ko-KR" altLang="en-US" dirty="0"/>
              <a:t>개선사항 </a:t>
            </a:r>
            <a:endParaRPr lang="en-US" altLang="ko-KR" dirty="0"/>
          </a:p>
          <a:p>
            <a:r>
              <a:rPr lang="ko-KR" altLang="en-US" dirty="0"/>
              <a:t>설계 변경 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78775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C88CC-75C6-B365-9710-D7BDFE0F5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404BF86F-2CCD-88AB-D6C3-DE244E761B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01.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3F6038C-0984-C9F8-3C18-30C9DD9C000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최종 구현 상황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000056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CE618-43D4-68B7-2707-D3F040800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0C883A87-F01B-9BC3-591E-CE2D5E9A0D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결과물</a:t>
            </a:r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AC149109-66FF-DAD4-0E4F-19EFC3EC50B4}"/>
              </a:ext>
            </a:extLst>
          </p:cNvPr>
          <p:cNvSpPr txBox="1">
            <a:spLocks/>
          </p:cNvSpPr>
          <p:nvPr/>
        </p:nvSpPr>
        <p:spPr>
          <a:xfrm>
            <a:off x="276327" y="899412"/>
            <a:ext cx="5474768" cy="3723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03E8569B-C3FE-C64E-AD0C-E26B2730EBD8}"/>
              </a:ext>
            </a:extLst>
          </p:cNvPr>
          <p:cNvSpPr txBox="1">
            <a:spLocks/>
          </p:cNvSpPr>
          <p:nvPr/>
        </p:nvSpPr>
        <p:spPr>
          <a:xfrm>
            <a:off x="384012" y="2460778"/>
            <a:ext cx="6164581" cy="715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10" name="텍스트 개체 틀 2">
            <a:extLst>
              <a:ext uri="{FF2B5EF4-FFF2-40B4-BE49-F238E27FC236}">
                <a16:creationId xmlns:a16="http://schemas.microsoft.com/office/drawing/2014/main" id="{1EA9FC29-802B-12FE-8FF6-42ADE4A5BCA5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10763380" cy="52359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/>
          </a:p>
          <a:p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5342CA0-CED9-4E78-90A5-D8AD5EC011A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7" t="359" r="169"/>
          <a:stretch>
            <a:fillRect/>
          </a:stretch>
        </p:blipFill>
        <p:spPr>
          <a:xfrm>
            <a:off x="3575423" y="899412"/>
            <a:ext cx="8217695" cy="54526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434310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9AF36-C218-34ED-A4A2-D7AAE44BE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904FF9AB-826E-AB56-6942-419D0FF390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UI</a:t>
            </a:r>
            <a:r>
              <a:rPr lang="ko-KR" altLang="en-US" dirty="0"/>
              <a:t> </a:t>
            </a:r>
            <a:r>
              <a:rPr lang="en-US" altLang="ko-KR" dirty="0"/>
              <a:t>Layout</a:t>
            </a:r>
            <a:endParaRPr lang="ko-KR" altLang="en-US" dirty="0"/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E062A1F0-3767-481A-D5AC-6B6BC309B909}"/>
              </a:ext>
            </a:extLst>
          </p:cNvPr>
          <p:cNvSpPr txBox="1">
            <a:spLocks/>
          </p:cNvSpPr>
          <p:nvPr/>
        </p:nvSpPr>
        <p:spPr>
          <a:xfrm>
            <a:off x="276327" y="899412"/>
            <a:ext cx="5474768" cy="3723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C741B0DB-78EB-9E26-EA74-33AA1FCD9EC8}"/>
              </a:ext>
            </a:extLst>
          </p:cNvPr>
          <p:cNvSpPr txBox="1">
            <a:spLocks/>
          </p:cNvSpPr>
          <p:nvPr/>
        </p:nvSpPr>
        <p:spPr>
          <a:xfrm>
            <a:off x="384012" y="2460778"/>
            <a:ext cx="6164581" cy="715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10" name="텍스트 개체 틀 2">
            <a:extLst>
              <a:ext uri="{FF2B5EF4-FFF2-40B4-BE49-F238E27FC236}">
                <a16:creationId xmlns:a16="http://schemas.microsoft.com/office/drawing/2014/main" id="{3B070087-45A3-C4B7-DAC7-A0118F0F5047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10763380" cy="52359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/>
          </a:p>
          <a:p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B406476-9620-0F3A-1908-0092081A983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7" t="359" r="169"/>
          <a:stretch>
            <a:fillRect/>
          </a:stretch>
        </p:blipFill>
        <p:spPr>
          <a:xfrm>
            <a:off x="3564272" y="899412"/>
            <a:ext cx="8217695" cy="54526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0C85765E-C4D6-DA7B-0DE8-44C6E5EAB0C1}"/>
              </a:ext>
            </a:extLst>
          </p:cNvPr>
          <p:cNvSpPr/>
          <p:nvPr/>
        </p:nvSpPr>
        <p:spPr>
          <a:xfrm>
            <a:off x="278716" y="901035"/>
            <a:ext cx="3287945" cy="1810852"/>
          </a:xfrm>
          <a:prstGeom prst="roundRect">
            <a:avLst>
              <a:gd name="adj" fmla="val 6821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Processed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Image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View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7C374EDA-C195-47EE-40A2-B52C5C2408CD}"/>
              </a:ext>
            </a:extLst>
          </p:cNvPr>
          <p:cNvSpPr/>
          <p:nvPr/>
        </p:nvSpPr>
        <p:spPr>
          <a:xfrm>
            <a:off x="3564271" y="905485"/>
            <a:ext cx="8243717" cy="5446532"/>
          </a:xfrm>
          <a:prstGeom prst="roundRect">
            <a:avLst>
              <a:gd name="adj" fmla="val 2510"/>
            </a:avLst>
          </a:prstGeom>
          <a:solidFill>
            <a:srgbClr val="FFFFFF">
              <a:alpha val="5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 err="1">
                <a:solidFill>
                  <a:srgbClr val="5555FD"/>
                </a:solidFill>
              </a:rPr>
              <a:t>MainView</a:t>
            </a:r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52B6F1C-3C03-E40D-DB01-83518AFC763F}"/>
              </a:ext>
            </a:extLst>
          </p:cNvPr>
          <p:cNvSpPr/>
          <p:nvPr/>
        </p:nvSpPr>
        <p:spPr>
          <a:xfrm>
            <a:off x="7686129" y="1228137"/>
            <a:ext cx="4121859" cy="2563278"/>
          </a:xfrm>
          <a:prstGeom prst="roundRect">
            <a:avLst>
              <a:gd name="adj" fmla="val 6821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Processed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Image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View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3CE408F0-B0B3-6644-94AE-A131F166AF18}"/>
              </a:ext>
            </a:extLst>
          </p:cNvPr>
          <p:cNvSpPr/>
          <p:nvPr/>
        </p:nvSpPr>
        <p:spPr>
          <a:xfrm>
            <a:off x="3564270" y="1228137"/>
            <a:ext cx="4121859" cy="2563278"/>
          </a:xfrm>
          <a:prstGeom prst="roundRect">
            <a:avLst>
              <a:gd name="adj" fmla="val 6821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Processed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Image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View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FD7EAE1-5126-C810-4953-2A74B436528F}"/>
              </a:ext>
            </a:extLst>
          </p:cNvPr>
          <p:cNvSpPr/>
          <p:nvPr/>
        </p:nvSpPr>
        <p:spPr>
          <a:xfrm>
            <a:off x="3564270" y="3791415"/>
            <a:ext cx="4121859" cy="2563278"/>
          </a:xfrm>
          <a:prstGeom prst="roundRect">
            <a:avLst>
              <a:gd name="adj" fmla="val 6821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Processed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Image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View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47C58D36-E329-C2E1-052A-55D00EDB59A4}"/>
              </a:ext>
            </a:extLst>
          </p:cNvPr>
          <p:cNvSpPr/>
          <p:nvPr/>
        </p:nvSpPr>
        <p:spPr>
          <a:xfrm>
            <a:off x="7699139" y="3794812"/>
            <a:ext cx="4121859" cy="2563278"/>
          </a:xfrm>
          <a:prstGeom prst="roundRect">
            <a:avLst>
              <a:gd name="adj" fmla="val 6821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Processed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Image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View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57073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9F3FF-1D9C-4DB7-ADD3-3B0295A30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08F14CA-5780-5445-93BB-43F483A3735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– Die </a:t>
            </a:r>
            <a:r>
              <a:rPr lang="ko-KR" altLang="en-US" dirty="0"/>
              <a:t>간</a:t>
            </a:r>
            <a:r>
              <a:rPr lang="en-US" altLang="ko-KR" dirty="0"/>
              <a:t> </a:t>
            </a:r>
            <a:r>
              <a:rPr lang="ko-KR" altLang="en-US" dirty="0"/>
              <a:t>이동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32F1043-255B-71B4-6539-0F909CAB711B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31992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Defect </a:t>
            </a:r>
            <a:r>
              <a:rPr lang="ko-KR" altLang="en-US" dirty="0"/>
              <a:t>간 이동</a:t>
            </a:r>
            <a:r>
              <a:rPr lang="en-US" altLang="ko-KR" dirty="0"/>
              <a:t>/ Die</a:t>
            </a:r>
            <a:r>
              <a:rPr lang="ko-KR" altLang="en-US" dirty="0"/>
              <a:t> 내 </a:t>
            </a:r>
            <a:r>
              <a:rPr lang="en-US" altLang="ko-KR" dirty="0"/>
              <a:t>Defect</a:t>
            </a:r>
            <a:r>
              <a:rPr lang="ko-KR" altLang="en-US" dirty="0"/>
              <a:t> 이동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r>
              <a:rPr lang="en-US" altLang="ko-KR" dirty="0"/>
              <a:t>          Defect ID </a:t>
            </a:r>
            <a:r>
              <a:rPr lang="ko-KR" altLang="en-US" dirty="0"/>
              <a:t>기반 </a:t>
            </a:r>
            <a:r>
              <a:rPr lang="en-US" altLang="ko-KR" dirty="0"/>
              <a:t>Shift        Normal Die Data </a:t>
            </a:r>
            <a:r>
              <a:rPr lang="ko-KR" altLang="en-US" dirty="0"/>
              <a:t>고려</a:t>
            </a:r>
            <a:r>
              <a:rPr lang="en-US" altLang="ko-KR" dirty="0"/>
              <a:t> X </a:t>
            </a:r>
          </a:p>
          <a:p>
            <a:endParaRPr lang="en-US" altLang="ko-KR" dirty="0"/>
          </a:p>
          <a:p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Die </a:t>
            </a:r>
            <a:r>
              <a:rPr lang="ko-KR" altLang="en-US" dirty="0"/>
              <a:t>간 이동</a:t>
            </a:r>
            <a:r>
              <a:rPr lang="en-US" altLang="ko-KR" dirty="0"/>
              <a:t> - LINQ </a:t>
            </a:r>
            <a:r>
              <a:rPr lang="ko-KR" altLang="en-US" dirty="0"/>
              <a:t>를 활용한 </a:t>
            </a:r>
            <a:r>
              <a:rPr lang="en-US" altLang="ko-KR" dirty="0"/>
              <a:t>Die Shift</a:t>
            </a:r>
          </a:p>
          <a:p>
            <a:r>
              <a:rPr lang="en-US" altLang="ko-KR" dirty="0"/>
              <a:t>  </a:t>
            </a:r>
          </a:p>
          <a:p>
            <a:r>
              <a:rPr lang="en-US" altLang="ko-KR" dirty="0"/>
              <a:t>          Defect ID        (x, y) Index         Die ID</a:t>
            </a:r>
          </a:p>
          <a:p>
            <a:endParaRPr lang="en-US" altLang="ko-KR" dirty="0"/>
          </a:p>
        </p:txBody>
      </p:sp>
      <p:sp>
        <p:nvSpPr>
          <p:cNvPr id="4" name="화살표: 오른쪽 3">
            <a:extLst>
              <a:ext uri="{FF2B5EF4-FFF2-40B4-BE49-F238E27FC236}">
                <a16:creationId xmlns:a16="http://schemas.microsoft.com/office/drawing/2014/main" id="{F41F64A1-703E-8D18-4D76-A9677C735A61}"/>
              </a:ext>
            </a:extLst>
          </p:cNvPr>
          <p:cNvSpPr/>
          <p:nvPr/>
        </p:nvSpPr>
        <p:spPr>
          <a:xfrm>
            <a:off x="3160145" y="1822082"/>
            <a:ext cx="256478" cy="143827"/>
          </a:xfrm>
          <a:prstGeom prst="right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 </a:t>
            </a:r>
            <a:endParaRPr lang="ko-KR" altLang="en-US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2D4EC119-1D02-D80B-2A78-0758850EC506}"/>
              </a:ext>
            </a:extLst>
          </p:cNvPr>
          <p:cNvGrpSpPr/>
          <p:nvPr/>
        </p:nvGrpSpPr>
        <p:grpSpPr>
          <a:xfrm>
            <a:off x="6096494" y="945575"/>
            <a:ext cx="5187020" cy="5713985"/>
            <a:chOff x="6594947" y="979028"/>
            <a:chExt cx="5187020" cy="5713985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3EB22E9B-680B-A8FD-3EA2-DEA854D161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harpenSoften amount="-31000"/>
                      </a14:imgEffect>
                    </a14:imgLayer>
                  </a14:imgProps>
                </a:ext>
              </a:extLst>
            </a:blip>
            <a:srcRect l="50112" t="5727" r="169"/>
            <a:stretch>
              <a:fillRect/>
            </a:stretch>
          </p:blipFill>
          <p:spPr>
            <a:xfrm>
              <a:off x="7237142" y="979028"/>
              <a:ext cx="4544825" cy="5713985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55D776A3-2C91-B6C5-97C8-9C81779AF75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50112" t="56052" r="169" b="27022"/>
            <a:stretch>
              <a:fillRect/>
            </a:stretch>
          </p:blipFill>
          <p:spPr>
            <a:xfrm>
              <a:off x="6594947" y="4047894"/>
              <a:ext cx="5187020" cy="1170877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4EC33288-4B99-18E2-56BE-5245DE21E04C}"/>
                </a:ext>
              </a:extLst>
            </p:cNvPr>
            <p:cNvSpPr/>
            <p:nvPr/>
          </p:nvSpPr>
          <p:spPr>
            <a:xfrm>
              <a:off x="6594947" y="4047895"/>
              <a:ext cx="5187020" cy="1170876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6C0C3599-D965-FB54-4BC0-A124B3400F6F}"/>
              </a:ext>
            </a:extLst>
          </p:cNvPr>
          <p:cNvSpPr/>
          <p:nvPr/>
        </p:nvSpPr>
        <p:spPr>
          <a:xfrm>
            <a:off x="2139616" y="3560705"/>
            <a:ext cx="256478" cy="143827"/>
          </a:xfrm>
          <a:prstGeom prst="right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5237B96B-B467-CF40-293A-CCA1B5BF1796}"/>
              </a:ext>
            </a:extLst>
          </p:cNvPr>
          <p:cNvSpPr/>
          <p:nvPr/>
        </p:nvSpPr>
        <p:spPr>
          <a:xfrm>
            <a:off x="3870859" y="3560706"/>
            <a:ext cx="256478" cy="143827"/>
          </a:xfrm>
          <a:prstGeom prst="right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12728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92041-FF66-AD68-CF15-87DFC86A4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52366D4E-20D8-D2A2-F756-445E494D603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–Die </a:t>
            </a:r>
            <a:r>
              <a:rPr lang="ko-KR" altLang="en-US" dirty="0"/>
              <a:t>이동 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124B423-BB8C-4B6B-9CCF-0FE26E448DB6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9614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Map Click – Navigator – List Click </a:t>
            </a:r>
            <a:r>
              <a:rPr lang="ko-KR" altLang="en-US" dirty="0"/>
              <a:t>동기화 </a:t>
            </a:r>
            <a:endParaRPr lang="en-US" altLang="ko-KR" dirty="0"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304B366-7203-8A4B-65B4-5B66B5326DA0}"/>
              </a:ext>
            </a:extLst>
          </p:cNvPr>
          <p:cNvGrpSpPr/>
          <p:nvPr/>
        </p:nvGrpSpPr>
        <p:grpSpPr>
          <a:xfrm>
            <a:off x="1945260" y="1407598"/>
            <a:ext cx="8301479" cy="5111171"/>
            <a:chOff x="3021713" y="1445698"/>
            <a:chExt cx="8652759" cy="5412302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9DB0A31B-6E97-981E-978E-E976A99FC1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harpenSoften amount="-44000"/>
                      </a14:imgEffect>
                      <a14:imgEffect>
                        <a14:brightnessContrast bright="-25000"/>
                      </a14:imgEffect>
                    </a14:imgLayer>
                  </a14:imgProps>
                </a:ext>
              </a:extLst>
            </a:blip>
            <a:srcRect l="-1" t="378" r="-27" b="-185"/>
            <a:stretch>
              <a:fillRect/>
            </a:stretch>
          </p:blipFill>
          <p:spPr>
            <a:xfrm>
              <a:off x="3021713" y="1445698"/>
              <a:ext cx="8652759" cy="5412302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FBDFF680-0047-5707-7868-DEC88BDE238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8909" t="56379" r="227" b="27396"/>
            <a:stretch>
              <a:fillRect/>
            </a:stretch>
          </p:blipFill>
          <p:spPr>
            <a:xfrm>
              <a:off x="8926144" y="4487823"/>
              <a:ext cx="2743941" cy="904334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BA3B3335-F26F-FB3C-4D90-230230361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378" r="47954" b="47325"/>
            <a:stretch>
              <a:fillRect/>
            </a:stretch>
          </p:blipFill>
          <p:spPr>
            <a:xfrm>
              <a:off x="3021713" y="1445698"/>
              <a:ext cx="4460755" cy="280988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1F2AA146-CA82-98D4-CE2F-17ED3676B67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52852" t="73813" r="1907" b="2683"/>
            <a:stretch>
              <a:fillRect/>
            </a:stretch>
          </p:blipFill>
          <p:spPr>
            <a:xfrm>
              <a:off x="7599254" y="5392157"/>
              <a:ext cx="4070831" cy="1325855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4EA7B827-330E-96ED-8366-8ED9257F9825}"/>
                </a:ext>
              </a:extLst>
            </p:cNvPr>
            <p:cNvSpPr/>
            <p:nvPr/>
          </p:nvSpPr>
          <p:spPr>
            <a:xfrm>
              <a:off x="3021713" y="1445698"/>
              <a:ext cx="4460755" cy="2809888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AAC6B27A-0F4C-F026-3804-EAAB0132BF19}"/>
                </a:ext>
              </a:extLst>
            </p:cNvPr>
            <p:cNvSpPr/>
            <p:nvPr/>
          </p:nvSpPr>
          <p:spPr>
            <a:xfrm>
              <a:off x="7599254" y="5392157"/>
              <a:ext cx="4070831" cy="1362106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4C140BC6-D6A0-203B-2530-4E36349304B1}"/>
                </a:ext>
              </a:extLst>
            </p:cNvPr>
            <p:cNvSpPr/>
            <p:nvPr/>
          </p:nvSpPr>
          <p:spPr>
            <a:xfrm>
              <a:off x="8926144" y="4487821"/>
              <a:ext cx="2743941" cy="904335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5D166892-383C-5AD0-7933-348BBBF28577}"/>
                </a:ext>
              </a:extLst>
            </p:cNvPr>
            <p:cNvSpPr/>
            <p:nvPr/>
          </p:nvSpPr>
          <p:spPr>
            <a:xfrm>
              <a:off x="7022949" y="3467682"/>
              <a:ext cx="215935" cy="48413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1270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720621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E7CFC-7C4C-6643-E63C-C880771F8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BD96360E-A851-519B-E6E7-93B8A39F9B5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–Die </a:t>
            </a:r>
            <a:r>
              <a:rPr lang="ko-KR" altLang="en-US" dirty="0"/>
              <a:t>이동 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E9F0D03-BF23-8AE8-69B4-8ECE234B7DF1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9614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Grid Size Interact </a:t>
            </a:r>
            <a:r>
              <a:rPr lang="ko-KR" altLang="en-US" dirty="0"/>
              <a:t>로 동적 렌더링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반응형 </a:t>
            </a:r>
            <a:r>
              <a:rPr lang="en-US" altLang="ko-KR" dirty="0"/>
              <a:t>UI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Defective Die </a:t>
            </a:r>
            <a:r>
              <a:rPr lang="ko-KR" altLang="en-US" dirty="0"/>
              <a:t>선택 기능</a:t>
            </a:r>
            <a:endParaRPr lang="en-US" altLang="ko-KR" dirty="0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373206A-98C5-C6EB-C97A-C7DFB971A6A5}"/>
              </a:ext>
            </a:extLst>
          </p:cNvPr>
          <p:cNvGrpSpPr/>
          <p:nvPr/>
        </p:nvGrpSpPr>
        <p:grpSpPr>
          <a:xfrm>
            <a:off x="1860575" y="2993041"/>
            <a:ext cx="8470849" cy="2804404"/>
            <a:chOff x="2324915" y="2433818"/>
            <a:chExt cx="8470849" cy="2804404"/>
          </a:xfrm>
        </p:grpSpPr>
        <p:sp>
          <p:nvSpPr>
            <p:cNvPr id="15" name="화살표: 왼쪽/오른쪽 14">
              <a:extLst>
                <a:ext uri="{FF2B5EF4-FFF2-40B4-BE49-F238E27FC236}">
                  <a16:creationId xmlns:a16="http://schemas.microsoft.com/office/drawing/2014/main" id="{840C3B2C-5C2C-4A0E-2FBE-B5C7CEFA3D1D}"/>
                </a:ext>
              </a:extLst>
            </p:cNvPr>
            <p:cNvSpPr/>
            <p:nvPr/>
          </p:nvSpPr>
          <p:spPr>
            <a:xfrm>
              <a:off x="5350902" y="3671867"/>
              <a:ext cx="570873" cy="328304"/>
            </a:xfrm>
            <a:prstGeom prst="leftRightArrow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367CAE1D-8A28-08C4-5997-2C748DE293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324915" y="2433819"/>
              <a:ext cx="2591025" cy="2804403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D70FC97B-5EB6-B839-E538-D45AEA24C41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6381" r="33469" b="30599"/>
            <a:stretch>
              <a:fillRect/>
            </a:stretch>
          </p:blipFill>
          <p:spPr>
            <a:xfrm>
              <a:off x="6356737" y="2433818"/>
              <a:ext cx="4439027" cy="2804403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9709166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53D00-A32D-A850-993A-BB374A226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16A7A70A-B133-01B3-65AC-9F5F18555BE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기타 기능 사항</a:t>
            </a:r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2106720A-75C0-2614-AC03-A1FA6E4D5A38}"/>
              </a:ext>
            </a:extLst>
          </p:cNvPr>
          <p:cNvSpPr txBox="1">
            <a:spLocks/>
          </p:cNvSpPr>
          <p:nvPr/>
        </p:nvSpPr>
        <p:spPr>
          <a:xfrm>
            <a:off x="276327" y="899412"/>
            <a:ext cx="5474768" cy="3723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127892FE-6B2B-C1E6-D332-A03DA2E8D793}"/>
              </a:ext>
            </a:extLst>
          </p:cNvPr>
          <p:cNvSpPr txBox="1">
            <a:spLocks/>
          </p:cNvSpPr>
          <p:nvPr/>
        </p:nvSpPr>
        <p:spPr>
          <a:xfrm>
            <a:off x="384012" y="2460778"/>
            <a:ext cx="6164581" cy="715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41C43E2C-1874-46F7-47DE-30D99D116365}"/>
              </a:ext>
            </a:extLst>
          </p:cNvPr>
          <p:cNvGrpSpPr/>
          <p:nvPr/>
        </p:nvGrpSpPr>
        <p:grpSpPr>
          <a:xfrm>
            <a:off x="3209517" y="732002"/>
            <a:ext cx="8833179" cy="5747124"/>
            <a:chOff x="2908434" y="868724"/>
            <a:chExt cx="8833179" cy="5747124"/>
          </a:xfrm>
        </p:grpSpPr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1EAE1457-B703-9C99-B880-16C0A779335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harpenSoften amount="-68000"/>
                      </a14:imgEffect>
                      <a14:imgEffect>
                        <a14:brightnessContrast bright="-1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2938754" y="899412"/>
              <a:ext cx="8772539" cy="5687559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57A89A25-C310-FD24-5E45-7941B3DF8F86}"/>
                </a:ext>
              </a:extLst>
            </p:cNvPr>
            <p:cNvGrpSpPr/>
            <p:nvPr/>
          </p:nvGrpSpPr>
          <p:grpSpPr>
            <a:xfrm>
              <a:off x="2908434" y="868724"/>
              <a:ext cx="2139950" cy="1173131"/>
              <a:chOff x="2693061" y="1385036"/>
              <a:chExt cx="2139950" cy="1173131"/>
            </a:xfrm>
          </p:grpSpPr>
          <p:pic>
            <p:nvPicPr>
              <p:cNvPr id="5" name="그림 4">
                <a:extLst>
                  <a:ext uri="{FF2B5EF4-FFF2-40B4-BE49-F238E27FC236}">
                    <a16:creationId xmlns:a16="http://schemas.microsoft.com/office/drawing/2014/main" id="{E2CA7F65-588D-FAF4-AF75-AB41B5B056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1145" t="-469" r="3016" b="4259"/>
              <a:stretch>
                <a:fillRect/>
              </a:stretch>
            </p:blipFill>
            <p:spPr>
              <a:xfrm>
                <a:off x="2693061" y="1407061"/>
                <a:ext cx="2139950" cy="115110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sp>
            <p:nvSpPr>
              <p:cNvPr id="11" name="사각형: 둥근 모서리 10">
                <a:extLst>
                  <a:ext uri="{FF2B5EF4-FFF2-40B4-BE49-F238E27FC236}">
                    <a16:creationId xmlns:a16="http://schemas.microsoft.com/office/drawing/2014/main" id="{B5F55D9F-1F21-D78A-92FF-029B2ADF63D3}"/>
                  </a:ext>
                </a:extLst>
              </p:cNvPr>
              <p:cNvSpPr/>
              <p:nvPr/>
            </p:nvSpPr>
            <p:spPr>
              <a:xfrm>
                <a:off x="2693061" y="1385036"/>
                <a:ext cx="2139950" cy="1151106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  <p:sp>
            <p:nvSpPr>
              <p:cNvPr id="18" name="사각형: 둥근 모서리 17">
                <a:extLst>
                  <a:ext uri="{FF2B5EF4-FFF2-40B4-BE49-F238E27FC236}">
                    <a16:creationId xmlns:a16="http://schemas.microsoft.com/office/drawing/2014/main" id="{DAE622CA-7107-578D-BDD4-97098D5D4C40}"/>
                  </a:ext>
                </a:extLst>
              </p:cNvPr>
              <p:cNvSpPr/>
              <p:nvPr/>
            </p:nvSpPr>
            <p:spPr>
              <a:xfrm>
                <a:off x="2942165" y="2302031"/>
                <a:ext cx="1890846" cy="234112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</p:grpSp>
        <p:grpSp>
          <p:nvGrpSpPr>
            <p:cNvPr id="19" name="그룹 18">
              <a:extLst>
                <a:ext uri="{FF2B5EF4-FFF2-40B4-BE49-F238E27FC236}">
                  <a16:creationId xmlns:a16="http://schemas.microsoft.com/office/drawing/2014/main" id="{2B5ACC8A-92BD-468E-0149-75C9EF4826EE}"/>
                </a:ext>
              </a:extLst>
            </p:cNvPr>
            <p:cNvGrpSpPr/>
            <p:nvPr/>
          </p:nvGrpSpPr>
          <p:grpSpPr>
            <a:xfrm>
              <a:off x="5249360" y="890749"/>
              <a:ext cx="5290625" cy="3462176"/>
              <a:chOff x="5249360" y="890749"/>
              <a:chExt cx="5290625" cy="3462176"/>
            </a:xfrm>
          </p:grpSpPr>
          <p:pic>
            <p:nvPicPr>
              <p:cNvPr id="15" name="그림 14">
                <a:extLst>
                  <a:ext uri="{FF2B5EF4-FFF2-40B4-BE49-F238E27FC236}">
                    <a16:creationId xmlns:a16="http://schemas.microsoft.com/office/drawing/2014/main" id="{C671AF86-4FD3-7F86-FF2C-A063E625EF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l="25676" r="13756" b="39530"/>
              <a:stretch>
                <a:fillRect/>
              </a:stretch>
            </p:blipFill>
            <p:spPr>
              <a:xfrm>
                <a:off x="5249360" y="928289"/>
                <a:ext cx="5290625" cy="342463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sp>
            <p:nvSpPr>
              <p:cNvPr id="12" name="사각형: 둥근 모서리 11">
                <a:extLst>
                  <a:ext uri="{FF2B5EF4-FFF2-40B4-BE49-F238E27FC236}">
                    <a16:creationId xmlns:a16="http://schemas.microsoft.com/office/drawing/2014/main" id="{9E63F516-A71C-366D-4AD6-1DC72ABEF23B}"/>
                  </a:ext>
                </a:extLst>
              </p:cNvPr>
              <p:cNvSpPr/>
              <p:nvPr/>
            </p:nvSpPr>
            <p:spPr>
              <a:xfrm>
                <a:off x="5267168" y="890749"/>
                <a:ext cx="5272817" cy="3462176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</p:grp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1FE5469F-A948-01B1-6D8C-C3F4CF0C4097}"/>
                </a:ext>
              </a:extLst>
            </p:cNvPr>
            <p:cNvGrpSpPr/>
            <p:nvPr/>
          </p:nvGrpSpPr>
          <p:grpSpPr>
            <a:xfrm>
              <a:off x="7325023" y="4932062"/>
              <a:ext cx="4416590" cy="1683786"/>
              <a:chOff x="7295751" y="5103703"/>
              <a:chExt cx="4289038" cy="1483268"/>
            </a:xfrm>
          </p:grpSpPr>
          <p:pic>
            <p:nvPicPr>
              <p:cNvPr id="17" name="그림 16">
                <a:extLst>
                  <a:ext uri="{FF2B5EF4-FFF2-40B4-BE49-F238E27FC236}">
                    <a16:creationId xmlns:a16="http://schemas.microsoft.com/office/drawing/2014/main" id="{8A1BEDF9-6D2E-EF61-C410-36DF50E2B3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l="50599" t="74776" r="1663" b="278"/>
              <a:stretch>
                <a:fillRect/>
              </a:stretch>
            </p:blipFill>
            <p:spPr>
              <a:xfrm>
                <a:off x="7295751" y="5103703"/>
                <a:ext cx="4289038" cy="145316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9C694156-0F6A-57E4-BC26-7474D0CDEB85}"/>
                  </a:ext>
                </a:extLst>
              </p:cNvPr>
              <p:cNvSpPr/>
              <p:nvPr/>
            </p:nvSpPr>
            <p:spPr>
              <a:xfrm>
                <a:off x="7295752" y="5103703"/>
                <a:ext cx="4289037" cy="1483268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</p:grpSp>
      </p:grpSp>
      <p:sp>
        <p:nvSpPr>
          <p:cNvPr id="22" name="텍스트 개체 틀 2">
            <a:extLst>
              <a:ext uri="{FF2B5EF4-FFF2-40B4-BE49-F238E27FC236}">
                <a16:creationId xmlns:a16="http://schemas.microsoft.com/office/drawing/2014/main" id="{1C437022-5708-345D-EB3C-78297EE1D329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5842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dirty="0"/>
              <a:t>CSV Export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EDE9FF9-884B-EF84-E304-A4B8429908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6326" y="2047833"/>
            <a:ext cx="2770232" cy="3117272"/>
          </a:xfrm>
          <a:prstGeom prst="rect">
            <a:avLst/>
          </a:prstGeom>
        </p:spPr>
      </p:pic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9822B7C3-39C7-CCCC-D3A5-24FDAA3AA882}"/>
              </a:ext>
            </a:extLst>
          </p:cNvPr>
          <p:cNvSpPr/>
          <p:nvPr/>
        </p:nvSpPr>
        <p:spPr>
          <a:xfrm>
            <a:off x="246006" y="2047833"/>
            <a:ext cx="2774413" cy="3117272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49961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CA0FB-F583-662C-FAA0-001411AA6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2A0A9D51-846D-412D-B479-86ABD0BB44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– </a:t>
            </a:r>
            <a:r>
              <a:rPr lang="en-US" altLang="ko-KR" dirty="0" err="1"/>
              <a:t>Refesh</a:t>
            </a:r>
            <a:r>
              <a:rPr lang="en-US" altLang="ko-KR" dirty="0"/>
              <a:t> Button 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543DEB-DA4C-986E-821B-FF59C3DEC538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9614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Refresh </a:t>
            </a:r>
            <a:r>
              <a:rPr lang="ko-KR" altLang="en-US" dirty="0"/>
              <a:t>클릭 시 경로로 부터 파일</a:t>
            </a:r>
            <a:r>
              <a:rPr lang="en-US" altLang="ko-KR" dirty="0"/>
              <a:t>/</a:t>
            </a:r>
            <a:r>
              <a:rPr lang="ko-KR" altLang="en-US" dirty="0"/>
              <a:t>폴더 </a:t>
            </a:r>
            <a:r>
              <a:rPr lang="ko-KR" altLang="en-US" dirty="0" err="1"/>
              <a:t>재업로드</a:t>
            </a:r>
            <a:endParaRPr lang="en-US" altLang="ko-KR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8F10425-4F5E-979C-CAF0-E120B7DF8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090" y="2201088"/>
            <a:ext cx="11293819" cy="374936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924533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1784A-2222-3DA2-30E8-6832A00FE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8B07D8B-B118-A8E8-FF18-F4662B68774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Git Commit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D20F6A5-E23F-1FEB-2C52-EC4CB694D7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502" y="1103971"/>
            <a:ext cx="9922996" cy="5128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94145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E48D7-C9F4-8008-D262-337C096AB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9BB8C73-1F8A-651E-9FFE-7C9E16DD82A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02.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76F601F-5C13-7F08-C848-CE2A337DE5F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439156" y="2649310"/>
            <a:ext cx="6752843" cy="914400"/>
          </a:xfrm>
        </p:spPr>
        <p:txBody>
          <a:bodyPr>
            <a:normAutofit/>
          </a:bodyPr>
          <a:lstStyle/>
          <a:p>
            <a:r>
              <a:rPr lang="ko-KR" altLang="en-US" dirty="0"/>
              <a:t>설계 변경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8085001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E21C2-842C-D7BB-DB05-85CC5D65D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DB2B721-FF71-33E9-36FC-6189DCA99590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5842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dirty="0"/>
              <a:t>Command Class </a:t>
            </a:r>
            <a:r>
              <a:rPr lang="ko-KR" altLang="en-US" dirty="0"/>
              <a:t>로 추가 </a:t>
            </a: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E42CFA1A-0BE8-5D8C-A12C-9942C81263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Service – </a:t>
            </a:r>
            <a:r>
              <a:rPr lang="en-US" altLang="ko-KR" dirty="0" err="1"/>
              <a:t>ViewModel</a:t>
            </a:r>
            <a:r>
              <a:rPr lang="en-US" altLang="ko-KR" dirty="0"/>
              <a:t> - View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A24222A-F94B-639F-4FB8-0458964218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327" y="1841131"/>
            <a:ext cx="3581900" cy="2372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95744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ED38A-4AE0-D9ED-F712-F900B6382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00023F8-C2F7-7A07-3D0D-3F5D14697300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5842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dirty="0"/>
              <a:t>Command Class </a:t>
            </a:r>
            <a:r>
              <a:rPr lang="ko-KR" altLang="en-US" dirty="0"/>
              <a:t>로 추가 </a:t>
            </a: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579DCD27-7320-5A44-AD31-DAC681F628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Service – Command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en-US" altLang="ko-KR" dirty="0" err="1"/>
              <a:t>ViewModel</a:t>
            </a:r>
            <a:r>
              <a:rPr lang="en-US" altLang="ko-KR" dirty="0"/>
              <a:t> - View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4B58D28-4E35-D7F5-3075-AFC28B90B8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327" y="1841131"/>
            <a:ext cx="3581900" cy="2372056"/>
          </a:xfrm>
          <a:prstGeom prst="rect">
            <a:avLst/>
          </a:prstGeom>
        </p:spPr>
      </p:pic>
      <p:pic>
        <p:nvPicPr>
          <p:cNvPr id="5" name="그림 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1DD9735-9453-564F-F936-E1331D36045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059" t="26846" r="4771"/>
          <a:stretch>
            <a:fillRect/>
          </a:stretch>
        </p:blipFill>
        <p:spPr>
          <a:xfrm>
            <a:off x="3482158" y="732002"/>
            <a:ext cx="8629857" cy="6125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0742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lide Number Placeholder 5"/>
          <p:cNvSpPr txBox="1">
            <a:spLocks/>
          </p:cNvSpPr>
          <p:nvPr/>
        </p:nvSpPr>
        <p:spPr>
          <a:xfrm>
            <a:off x="12299745" y="11516346"/>
            <a:ext cx="40957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DCB18FE-46AA-4BE0-88C7-F5AF093AC2C4}" type="slidenum">
              <a:rPr lang="ko-KR" altLang="en-US" smtClean="0">
                <a:solidFill>
                  <a:srgbClr val="C00000"/>
                </a:solidFill>
              </a:rPr>
              <a:pPr/>
              <a:t>16</a:t>
            </a:fld>
            <a:endParaRPr lang="ko-KR" altLang="en-US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20947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0ed6c54-e66b-4158-b288-34e409d8b249" xsi:nil="true"/>
    <lcf76f155ced4ddcb4097134ff3c332f xmlns="f6ed9a63-f138-448a-bdaa-ea16a4c16493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0831F78AA9756C44A0E98822651D84C6" ma:contentTypeVersion="17" ma:contentTypeDescription="새 문서를 만듭니다." ma:contentTypeScope="" ma:versionID="d5d5b2c4c8e1dd569b570341750d1320">
  <xsd:schema xmlns:xsd="http://www.w3.org/2001/XMLSchema" xmlns:xs="http://www.w3.org/2001/XMLSchema" xmlns:p="http://schemas.microsoft.com/office/2006/metadata/properties" xmlns:ns2="f6ed9a63-f138-448a-bdaa-ea16a4c16493" xmlns:ns3="a0ed6c54-e66b-4158-b288-34e409d8b249" targetNamespace="http://schemas.microsoft.com/office/2006/metadata/properties" ma:root="true" ma:fieldsID="e4c87dd5280524a987f1ec18a59f5fee" ns2:_="" ns3:_="">
    <xsd:import namespace="f6ed9a63-f138-448a-bdaa-ea16a4c16493"/>
    <xsd:import namespace="a0ed6c54-e66b-4158-b288-34e409d8b24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ed9a63-f138-448a-bdaa-ea16a4c1649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이미지 태그" ma:readOnly="false" ma:fieldId="{5cf76f15-5ced-4ddc-b409-7134ff3c332f}" ma:taxonomyMulti="true" ma:sspId="1810d4f8-e228-4eb6-8de4-df9f2916e80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3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0ed6c54-e66b-4158-b288-34e409d8b249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47844fd7-2201-4b0d-8263-b557f8741e84}" ma:internalName="TaxCatchAll" ma:showField="CatchAllData" ma:web="a0ed6c54-e66b-4158-b288-34e409d8b24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4655753-57EE-420B-BE2F-00787092D55E}">
  <ds:schemaRefs>
    <ds:schemaRef ds:uri="http://www.w3.org/XML/1998/namespace"/>
    <ds:schemaRef ds:uri="http://schemas.microsoft.com/office/2006/documentManagement/types"/>
    <ds:schemaRef ds:uri="http://purl.org/dc/elements/1.1/"/>
    <ds:schemaRef ds:uri="a0ed6c54-e66b-4158-b288-34e409d8b249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f6ed9a63-f138-448a-bdaa-ea16a4c16493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EAA469F7-E466-4805-80A7-D1074843662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ed9a63-f138-448a-bdaa-ea16a4c16493"/>
    <ds:schemaRef ds:uri="a0ed6c54-e66b-4158-b288-34e409d8b24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5E1378E-A752-4FB5-A280-1EC738D77E8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11751</TotalTime>
  <Words>188</Words>
  <Application>Microsoft Office PowerPoint</Application>
  <PresentationFormat>와이드스크린</PresentationFormat>
  <Paragraphs>92</Paragraphs>
  <Slides>16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16</vt:i4>
      </vt:variant>
    </vt:vector>
  </HeadingPairs>
  <TitlesOfParts>
    <vt:vector size="22" baseType="lpstr">
      <vt:lpstr>맑은 고딕</vt:lpstr>
      <vt:lpstr>Arial</vt:lpstr>
      <vt:lpstr>Helvetica</vt:lpstr>
      <vt:lpstr>Tahoma</vt:lpstr>
      <vt:lpstr>Office 테마</vt:lpstr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차지혜</dc:creator>
  <cp:lastModifiedBy>안광윤</cp:lastModifiedBy>
  <cp:revision>1190</cp:revision>
  <dcterms:created xsi:type="dcterms:W3CDTF">2020-12-23T01:27:59Z</dcterms:created>
  <dcterms:modified xsi:type="dcterms:W3CDTF">2025-10-20T00:53:05Z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0x0101000831F78AA9756C44A0E98822651D84C6</vt:lpwstr>
  </property>
  <property fmtid="{D5CDD505-2E9C-101B-9397-08002B2CF9AE}" pid="3" name="MediaServiceImageTags">
    <vt:lpwstr/>
  </property>
</Properties>
</file>