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86" d="100"/>
          <a:sy n="86" d="100"/>
        </p:scale>
        <p:origin x="3246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B488D8F-B553-1829-9245-3045920CA483}"/>
              </a:ext>
            </a:extLst>
          </p:cNvPr>
          <p:cNvGrpSpPr/>
          <p:nvPr/>
        </p:nvGrpSpPr>
        <p:grpSpPr>
          <a:xfrm>
            <a:off x="238126" y="1039851"/>
            <a:ext cx="11715748" cy="5178290"/>
            <a:chOff x="238126" y="1028700"/>
            <a:chExt cx="11715748" cy="517829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BB370CFA-7A35-77CC-F4CD-66A3E844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74" r="34329" b="1"/>
            <a:stretch>
              <a:fillRect/>
            </a:stretch>
          </p:blipFill>
          <p:spPr>
            <a:xfrm>
              <a:off x="238126" y="1028700"/>
              <a:ext cx="7693818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6FCE034-72F1-6B9F-DA28-3BC06412C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6504" t="274" r="162" b="1"/>
            <a:stretch>
              <a:fillRect/>
            </a:stretch>
          </p:blipFill>
          <p:spPr>
            <a:xfrm>
              <a:off x="8048624" y="1028700"/>
              <a:ext cx="3905250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415CF-FC58-4A09-193A-A7645FB96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7961666" y="960025"/>
            <a:ext cx="4010592" cy="2755154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ImageProcessor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242509" y="980570"/>
            <a:ext cx="7729915" cy="5226420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4082384" y="1338097"/>
            <a:ext cx="3879282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Image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245108" y="1338097"/>
            <a:ext cx="3818893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Wafer Map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245110" y="3801602"/>
            <a:ext cx="3818892" cy="2369601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File List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4082384" y="3804688"/>
            <a:ext cx="3890040" cy="238175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Info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7980048" y="3749094"/>
            <a:ext cx="4005043" cy="2381757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</a:t>
            </a:r>
            <a:endParaRPr lang="ko-KR" altLang="en-US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E895FD4-4097-B4B7-237A-F439E30118D6}"/>
              </a:ext>
            </a:extLst>
          </p:cNvPr>
          <p:cNvGrpSpPr/>
          <p:nvPr/>
        </p:nvGrpSpPr>
        <p:grpSpPr>
          <a:xfrm>
            <a:off x="899984" y="1175691"/>
            <a:ext cx="10392031" cy="5381178"/>
            <a:chOff x="1038326" y="1380426"/>
            <a:chExt cx="10392031" cy="5381178"/>
          </a:xfrm>
        </p:grpSpPr>
        <p:pic>
          <p:nvPicPr>
            <p:cNvPr id="13" name="그림 12" descr="스크린샷, 멀티미디어 소프트웨어, 텍스트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FA2192-6B39-A305-06F9-F82669B8E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0"/>
            <a:stretch>
              <a:fillRect/>
            </a:stretch>
          </p:blipFill>
          <p:spPr>
            <a:xfrm>
              <a:off x="1038327" y="1409700"/>
              <a:ext cx="6612780" cy="365360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062147F-97C8-50FF-4B92-9BE59E822D87}"/>
                </a:ext>
              </a:extLst>
            </p:cNvPr>
            <p:cNvSpPr/>
            <p:nvPr/>
          </p:nvSpPr>
          <p:spPr>
            <a:xfrm>
              <a:off x="1038326" y="1380426"/>
              <a:ext cx="6612779" cy="3682882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203BB6C-E443-64B3-BBE5-E3B3891E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7118"/>
            <a:stretch>
              <a:fillRect/>
            </a:stretch>
          </p:blipFill>
          <p:spPr>
            <a:xfrm>
              <a:off x="6271728" y="3606800"/>
              <a:ext cx="5158629" cy="315480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8FAA60D-DE18-8940-A0F7-2BB231CA4962}"/>
                </a:ext>
              </a:extLst>
            </p:cNvPr>
            <p:cNvSpPr/>
            <p:nvPr/>
          </p:nvSpPr>
          <p:spPr>
            <a:xfrm>
              <a:off x="6271728" y="3606800"/>
              <a:ext cx="5158629" cy="315480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12040</TotalTime>
  <Words>347</Words>
  <Application>Microsoft Office PowerPoint</Application>
  <PresentationFormat>와이드스크린</PresentationFormat>
  <Paragraphs>109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1227</cp:revision>
  <dcterms:created xsi:type="dcterms:W3CDTF">2020-12-23T01:27:59Z</dcterms:created>
  <dcterms:modified xsi:type="dcterms:W3CDTF">2025-10-20T06:47:43Z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