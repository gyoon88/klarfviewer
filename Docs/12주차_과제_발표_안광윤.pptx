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4"/>
  </p:notesMasterIdLst>
  <p:handoutMasterIdLst>
    <p:handoutMasterId r:id="rId25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458" r:id="rId17"/>
    <p:sldId id="460" r:id="rId18"/>
    <p:sldId id="398" r:id="rId19"/>
    <p:sldId id="368" r:id="rId20"/>
    <p:sldId id="456" r:id="rId21"/>
    <p:sldId id="459" r:id="rId22"/>
    <p:sldId id="295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458"/>
            <p14:sldId id="460"/>
            <p14:sldId id="39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63" d="100"/>
          <a:sy n="63" d="100"/>
        </p:scale>
        <p:origin x="48" y="5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보시는 화면은 로드된 </a:t>
            </a:r>
            <a:r>
              <a:rPr lang="en-US" altLang="ko-KR" dirty="0"/>
              <a:t>csv </a:t>
            </a:r>
            <a:r>
              <a:rPr lang="ko-KR" altLang="en-US" dirty="0"/>
              <a:t>파일을 시스템에서 제거 후 다시 프로그램에서 </a:t>
            </a:r>
            <a:r>
              <a:rPr lang="ko-KR" altLang="en-US" dirty="0" err="1"/>
              <a:t>리프레시</a:t>
            </a:r>
            <a:r>
              <a:rPr lang="ko-KR" altLang="en-US" dirty="0"/>
              <a:t> 버튼을 누른 결과 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영상처리 에서 구현한 모듈을 이식해 다양한 영상 처리를 기대하였으나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다음으로는 추가 데이터 분석을 위해 </a:t>
            </a:r>
            <a:endParaRPr lang="en-US" altLang="ko-KR" dirty="0"/>
          </a:p>
          <a:p>
            <a:r>
              <a:rPr lang="en-US" altLang="ko-KR" dirty="0"/>
              <a:t>csv </a:t>
            </a:r>
            <a:r>
              <a:rPr lang="ko-KR" altLang="en-US" dirty="0"/>
              <a:t>확장자로 내보내는 기능을 영상처리 과제로 부터 이식하였습니다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2265F-708A-E9BB-2652-B16051B6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151868-6689-BD1D-E3C3-818D6AE08E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1E474D-E879-5EC6-EF61-7D465A97F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다음으로는 추가 데이터 분석을 위해 </a:t>
            </a:r>
            <a:endParaRPr lang="en-US" altLang="ko-KR" dirty="0"/>
          </a:p>
          <a:p>
            <a:r>
              <a:rPr lang="en-US" altLang="ko-KR" dirty="0"/>
              <a:t>csv </a:t>
            </a:r>
            <a:r>
              <a:rPr lang="ko-KR" altLang="en-US" dirty="0"/>
              <a:t>확장자로 내보내는 기능을 영상처리 과제로 부터 이식하였습니다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5809F-DDB3-B5C9-8ABA-1A5E775DF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027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기타 기능 사항으로는 비동기적으로 파싱 진행율을 표시하여 </a:t>
            </a:r>
            <a:endParaRPr lang="en-US" altLang="ko-KR" dirty="0"/>
          </a:p>
          <a:p>
            <a:r>
              <a:rPr lang="ko-KR" altLang="en-US" dirty="0"/>
              <a:t>사용자가 시각적으로 알 수 있게 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dirty="0"/>
              <a:t>UI</a:t>
            </a:r>
            <a:r>
              <a:rPr lang="ko-KR" altLang="en-US" dirty="0"/>
              <a:t>에 배치된 정보를 가져오지 못할 경우 경고 창을 띄웁니다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커맨드 버튼이 많아져 이를 따로 분리하여 각 버튼에 알맞은 커스텀 커맨드를 구현하였습니다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영상처리를 위해 이전 과제에서 사용한 영상처리 모듈을 이식 하려 했으나</a:t>
            </a:r>
            <a:endParaRPr lang="en-US" altLang="ko-KR" dirty="0"/>
          </a:p>
          <a:p>
            <a:r>
              <a:rPr lang="ko-KR" altLang="en-US" dirty="0"/>
              <a:t>프로그램 종속성 및 설정 문제로 완료 하지 못했습니다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microsoft.com/office/2007/relationships/hdphoto" Target="../media/hdphoto5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B488D8F-B553-1829-9245-3045920CA483}"/>
              </a:ext>
            </a:extLst>
          </p:cNvPr>
          <p:cNvGrpSpPr/>
          <p:nvPr/>
        </p:nvGrpSpPr>
        <p:grpSpPr>
          <a:xfrm>
            <a:off x="238126" y="1039851"/>
            <a:ext cx="11715748" cy="5178290"/>
            <a:chOff x="238126" y="1028700"/>
            <a:chExt cx="11715748" cy="517829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BB370CFA-7A35-77CC-F4CD-66A3E844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74" r="34329" b="1"/>
            <a:stretch>
              <a:fillRect/>
            </a:stretch>
          </p:blipFill>
          <p:spPr>
            <a:xfrm>
              <a:off x="238126" y="1028700"/>
              <a:ext cx="7693818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6FCE034-72F1-6B9F-DA28-3BC06412C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6504" t="274" r="162" b="1"/>
            <a:stretch>
              <a:fillRect/>
            </a:stretch>
          </p:blipFill>
          <p:spPr>
            <a:xfrm>
              <a:off x="8048624" y="1028700"/>
              <a:ext cx="3905250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415CF-FC58-4A09-193A-A7645FB96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7961666" y="993478"/>
            <a:ext cx="4010592" cy="2755154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 Processor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242509" y="980570"/>
            <a:ext cx="7729915" cy="5226420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4082384" y="1338097"/>
            <a:ext cx="3879282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Image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245108" y="1338097"/>
            <a:ext cx="3818893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Wafer Map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245110" y="3801602"/>
            <a:ext cx="3818892" cy="2369601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File List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4082384" y="3804688"/>
            <a:ext cx="3890040" cy="238175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Info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7980048" y="3769640"/>
            <a:ext cx="4005043" cy="242811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 Viewer</a:t>
            </a:r>
            <a:endParaRPr lang="ko-KR" altLang="en-US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345121A-74D2-8B3F-2998-0D125D505751}"/>
              </a:ext>
            </a:extLst>
          </p:cNvPr>
          <p:cNvSpPr txBox="1">
            <a:spLocks/>
          </p:cNvSpPr>
          <p:nvPr/>
        </p:nvSpPr>
        <p:spPr>
          <a:xfrm>
            <a:off x="276327" y="1035361"/>
            <a:ext cx="9143898" cy="5642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Image Processing( </a:t>
            </a:r>
            <a:r>
              <a:rPr lang="ko-KR" altLang="en-US" dirty="0"/>
              <a:t>밝기</a:t>
            </a:r>
            <a:r>
              <a:rPr lang="en-US" altLang="ko-KR" dirty="0"/>
              <a:t>/</a:t>
            </a:r>
            <a:r>
              <a:rPr lang="ko-KR" altLang="en-US" dirty="0"/>
              <a:t>대비</a:t>
            </a:r>
            <a:r>
              <a:rPr lang="en-US" altLang="ko-KR" dirty="0"/>
              <a:t>/</a:t>
            </a:r>
            <a:r>
              <a:rPr lang="ko-KR" altLang="en-US" dirty="0" err="1"/>
              <a:t>가우시안블러</a:t>
            </a:r>
            <a:r>
              <a:rPr lang="en-US" altLang="ko-K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Histogram analysis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요약 통계량</a:t>
            </a:r>
            <a:r>
              <a:rPr lang="en-US" altLang="ko-KR" dirty="0"/>
              <a:t>-Grey Scale</a:t>
            </a:r>
          </a:p>
          <a:p>
            <a:r>
              <a:rPr lang="en-US" altLang="ko-KR" dirty="0"/>
              <a:t>	RGB </a:t>
            </a:r>
            <a:r>
              <a:rPr lang="ko-KR" altLang="en-US" dirty="0"/>
              <a:t>분포 제공</a:t>
            </a:r>
            <a:endParaRPr lang="en-US" altLang="ko-KR" dirty="0"/>
          </a:p>
        </p:txBody>
      </p:sp>
      <p:pic>
        <p:nvPicPr>
          <p:cNvPr id="12" name="그림 11" descr="스크린샷, 도표, 다채로움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1A564F-BC3F-56BD-0D0B-3C0BB66A1B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5" t="13018" r="54107" b="11307"/>
          <a:stretch>
            <a:fillRect/>
          </a:stretch>
        </p:blipFill>
        <p:spPr>
          <a:xfrm>
            <a:off x="386546" y="2457169"/>
            <a:ext cx="2920534" cy="2505938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893D7E9-8044-1EF3-6A31-199466D61DD9}"/>
              </a:ext>
            </a:extLst>
          </p:cNvPr>
          <p:cNvGrpSpPr/>
          <p:nvPr/>
        </p:nvGrpSpPr>
        <p:grpSpPr>
          <a:xfrm>
            <a:off x="6523414" y="732002"/>
            <a:ext cx="5114841" cy="2825986"/>
            <a:chOff x="2360789" y="1022760"/>
            <a:chExt cx="5130081" cy="2825986"/>
          </a:xfrm>
        </p:grpSpPr>
        <p:pic>
          <p:nvPicPr>
            <p:cNvPr id="13" name="그림 12" descr="스크린샷, 멀티미디어 소프트웨어, 텍스트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FA2192-6B39-A305-06F9-F82669B8E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0"/>
            <a:stretch>
              <a:fillRect/>
            </a:stretch>
          </p:blipFill>
          <p:spPr>
            <a:xfrm>
              <a:off x="2376029" y="1022760"/>
              <a:ext cx="5114841" cy="282598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062147F-97C8-50FF-4B92-9BE59E822D87}"/>
                </a:ext>
              </a:extLst>
            </p:cNvPr>
            <p:cNvSpPr/>
            <p:nvPr/>
          </p:nvSpPr>
          <p:spPr>
            <a:xfrm>
              <a:off x="2360789" y="1022760"/>
              <a:ext cx="5114842" cy="282598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931C21B-769E-C1C3-DD55-A33D85607B43}"/>
              </a:ext>
            </a:extLst>
          </p:cNvPr>
          <p:cNvGrpSpPr/>
          <p:nvPr/>
        </p:nvGrpSpPr>
        <p:grpSpPr>
          <a:xfrm>
            <a:off x="6523414" y="3730179"/>
            <a:ext cx="5114841" cy="2825987"/>
            <a:chOff x="6133386" y="3402065"/>
            <a:chExt cx="5158629" cy="315480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203BB6C-E443-64B3-BBE5-E3B3891E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118"/>
            <a:stretch>
              <a:fillRect/>
            </a:stretch>
          </p:blipFill>
          <p:spPr>
            <a:xfrm>
              <a:off x="6133386" y="3402065"/>
              <a:ext cx="5158629" cy="315480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8FAA60D-DE18-8940-A0F7-2BB231CA4962}"/>
                </a:ext>
              </a:extLst>
            </p:cNvPr>
            <p:cNvSpPr/>
            <p:nvPr/>
          </p:nvSpPr>
          <p:spPr>
            <a:xfrm>
              <a:off x="6133386" y="3402065"/>
              <a:ext cx="5158629" cy="315480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FCD6E6A-68D6-1AA4-CA3E-EA5004BE3C01}"/>
              </a:ext>
            </a:extLst>
          </p:cNvPr>
          <p:cNvGrpSpPr/>
          <p:nvPr/>
        </p:nvGrpSpPr>
        <p:grpSpPr>
          <a:xfrm>
            <a:off x="386546" y="1428568"/>
            <a:ext cx="3918837" cy="916678"/>
            <a:chOff x="0" y="1864754"/>
            <a:chExt cx="7049111" cy="175502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0430F2D-3E2F-FAD2-A2E8-0956EDD0D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52292"/>
            <a:stretch>
              <a:fillRect/>
            </a:stretch>
          </p:blipFill>
          <p:spPr>
            <a:xfrm>
              <a:off x="0" y="2521812"/>
              <a:ext cx="7049111" cy="109796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29A21FC-4DC6-0342-4983-60973DAED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alphaModFix/>
            </a:blip>
            <a:srcRect l="20330" t="59504" r="21432" b="12525"/>
            <a:stretch>
              <a:fillRect/>
            </a:stretch>
          </p:blipFill>
          <p:spPr>
            <a:xfrm>
              <a:off x="27412" y="1864754"/>
              <a:ext cx="4105257" cy="6437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02CCEE72-F014-A40D-33F0-E4FAFFB74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74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8692" y="1060555"/>
            <a:ext cx="8333416" cy="55310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편집 이미지 저장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03021F0B-E8FE-610B-079D-59CC5477ABF1}"/>
              </a:ext>
            </a:extLst>
          </p:cNvPr>
          <p:cNvGrpSpPr/>
          <p:nvPr/>
        </p:nvGrpSpPr>
        <p:grpSpPr>
          <a:xfrm>
            <a:off x="2932423" y="4098789"/>
            <a:ext cx="1289058" cy="477588"/>
            <a:chOff x="4259183" y="3010673"/>
            <a:chExt cx="3383323" cy="1034365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9FEDC299-805E-C852-D848-041F3C932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0081" t="57052" r="80090" b="38421"/>
            <a:stretch>
              <a:fillRect/>
            </a:stretch>
          </p:blipFill>
          <p:spPr>
            <a:xfrm>
              <a:off x="4259183" y="3010673"/>
              <a:ext cx="3383323" cy="1034364"/>
            </a:xfrm>
            <a:prstGeom prst="rect">
              <a:avLst/>
            </a:prstGeom>
          </p:spPr>
        </p:pic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14208678-D037-8AB7-B988-A20D41E19FC5}"/>
                </a:ext>
              </a:extLst>
            </p:cNvPr>
            <p:cNvSpPr/>
            <p:nvPr/>
          </p:nvSpPr>
          <p:spPr>
            <a:xfrm>
              <a:off x="4259183" y="3010674"/>
              <a:ext cx="3383322" cy="103436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61FD5B8-4203-C900-9637-E9371E1C6494}"/>
              </a:ext>
            </a:extLst>
          </p:cNvPr>
          <p:cNvGrpSpPr/>
          <p:nvPr/>
        </p:nvGrpSpPr>
        <p:grpSpPr>
          <a:xfrm>
            <a:off x="3207966" y="804078"/>
            <a:ext cx="3490183" cy="2491103"/>
            <a:chOff x="2486275" y="1096991"/>
            <a:chExt cx="3028821" cy="1940259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3172130-7817-4982-2B96-F2CBD8A54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86275" y="1096991"/>
              <a:ext cx="3028821" cy="19402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4062CBAA-3D3C-1D50-7BBC-0B9F1DE5AA60}"/>
                </a:ext>
              </a:extLst>
            </p:cNvPr>
            <p:cNvSpPr/>
            <p:nvPr/>
          </p:nvSpPr>
          <p:spPr>
            <a:xfrm>
              <a:off x="2486275" y="1096991"/>
              <a:ext cx="3028820" cy="1940259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875FD9EE-8E67-87C3-24D8-3CA47771D3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051" y="2938828"/>
            <a:ext cx="4263691" cy="2969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0F50EE2-8A24-AD91-621A-A9740739E0B3}"/>
              </a:ext>
            </a:extLst>
          </p:cNvPr>
          <p:cNvSpPr/>
          <p:nvPr/>
        </p:nvSpPr>
        <p:spPr>
          <a:xfrm>
            <a:off x="7002149" y="2933501"/>
            <a:ext cx="4263690" cy="29445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26FE1CD-4282-75AF-4868-8652DCA4B4B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2567" t="47282" r="-1" b="48710"/>
          <a:stretch>
            <a:fillRect/>
          </a:stretch>
        </p:blipFill>
        <p:spPr>
          <a:xfrm>
            <a:off x="9751718" y="4323109"/>
            <a:ext cx="1625197" cy="1653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0D429A5-1C10-3E60-86A9-6FC5101E6269}"/>
              </a:ext>
            </a:extLst>
          </p:cNvPr>
          <p:cNvSpPr/>
          <p:nvPr/>
        </p:nvSpPr>
        <p:spPr>
          <a:xfrm>
            <a:off x="9751717" y="4323110"/>
            <a:ext cx="1625197" cy="191740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9DBCB-6857-2FC9-D785-5B5632F0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C006AC7-3245-F42F-621F-20A4589401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4A84BC39-1CD8-4059-C5C9-9DF3F182EBF6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A607FD51-101D-9D0A-FEBB-457005AB7F0C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EA88A69-1220-6AE1-925B-639B19CB68E4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61462B57-6070-2076-6573-9D6F73C95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E943D34E-AAD7-25A8-D4BE-9DB8B1E3BB6E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D549FCF1-73E8-F739-8984-F885870885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80541EBC-D9ED-E596-0359-1293F52E462A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DA5BADB-5323-10F2-CC99-09225C9C0537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D1817A02-26DA-4593-91F2-ED77A2F5249B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773FAA24-C7B0-3890-D685-C966DCC66C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55E831D-3E28-8718-E75B-2261AF22AE2A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7097062-6114-9895-82FF-3F34591D85B3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E1B26C7A-E510-ECF5-AE9F-5111914DFD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3E5C65EA-A059-7DA9-5A13-95A4F4C322A8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D943BCC3-9368-D69D-255A-04E9ADB96675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3833B9D-3891-75B1-2559-E7984514A3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217A294-7E4B-22DF-1A6E-2EB1384E24A5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1066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 시도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프로젝트 설정 이슈 </a:t>
            </a:r>
            <a:r>
              <a:rPr lang="en-US" altLang="ko-KR" dirty="0">
                <a:solidFill>
                  <a:srgbClr val="FF0000"/>
                </a:solidFill>
              </a:rPr>
              <a:t>-&gt;</a:t>
            </a:r>
            <a:r>
              <a:rPr lang="ko-KR" altLang="en-US" dirty="0">
                <a:solidFill>
                  <a:srgbClr val="FF0000"/>
                </a:solidFill>
              </a:rPr>
              <a:t> 실패 </a:t>
            </a:r>
            <a:r>
              <a:rPr lang="en-US" altLang="ko-KR" dirty="0">
                <a:solidFill>
                  <a:srgbClr val="FF0000"/>
                </a:solidFill>
              </a:rPr>
              <a:t>-&gt; Utils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18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12623</TotalTime>
  <Words>493</Words>
  <Application>Microsoft Office PowerPoint</Application>
  <PresentationFormat>와이드스크린</PresentationFormat>
  <Paragraphs>139</Paragraphs>
  <Slides>18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1243</cp:revision>
  <dcterms:created xsi:type="dcterms:W3CDTF">2020-12-23T01:27:59Z</dcterms:created>
  <dcterms:modified xsi:type="dcterms:W3CDTF">2025-10-27T05:12:49Z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