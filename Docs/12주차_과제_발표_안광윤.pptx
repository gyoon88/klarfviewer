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3"/>
  </p:notesMasterIdLst>
  <p:handoutMasterIdLst>
    <p:handoutMasterId r:id="rId24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398" r:id="rId17"/>
    <p:sldId id="458" r:id="rId18"/>
    <p:sldId id="368" r:id="rId19"/>
    <p:sldId id="456" r:id="rId20"/>
    <p:sldId id="459" r:id="rId21"/>
    <p:sldId id="29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398"/>
            <p14:sldId id="45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>
        <p:scale>
          <a:sx n="50" d="100"/>
          <a:sy n="50" d="100"/>
        </p:scale>
        <p:origin x="570" y="8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2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AC149109-66FF-DAD4-0E4F-19EFC3EC50B4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03E8569B-C3FE-C64E-AD0C-E26B2730EBD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1EA9FC29-802B-12FE-8FF6-42ADE4A5BCA5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5342CA0-CED9-4E78-90A5-D8AD5EC011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4343770" y="899412"/>
            <a:ext cx="7624753" cy="50591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B01FCDF-EFAF-12AE-9714-C095F12BC5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659"/>
          <a:stretch>
            <a:fillRect/>
          </a:stretch>
        </p:blipFill>
        <p:spPr>
          <a:xfrm>
            <a:off x="408837" y="893144"/>
            <a:ext cx="3627018" cy="253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406476-9620-0F3A-1908-0092081A98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3564272" y="899412"/>
            <a:ext cx="8217695" cy="54526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278716" y="923337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3564271" y="905485"/>
            <a:ext cx="8243717" cy="5446532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7686129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3564270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3564270" y="3791415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7699139" y="3794812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276325" y="2726153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Analysis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1C6396-FBB5-BF9D-1827-12CD7D105D0B}"/>
              </a:ext>
            </a:extLst>
          </p:cNvPr>
          <p:cNvSpPr/>
          <p:nvPr/>
        </p:nvSpPr>
        <p:spPr>
          <a:xfrm>
            <a:off x="282830" y="4537005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Analysis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E8642F-4F14-05D7-367F-71BE6D329F4C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영상처리 </a:t>
            </a:r>
            <a:r>
              <a:rPr lang="en-US" altLang="ko-KR" dirty="0"/>
              <a:t>DLL </a:t>
            </a:r>
            <a:r>
              <a:rPr lang="ko-KR" altLang="en-US" dirty="0"/>
              <a:t>모듈 활용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F9771927-DE8A-D957-D083-93411B299F42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B4F7A44-46A5-7178-EDAF-083751C69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90BAFCD-CA3C-2585-519D-75A81A4ED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50E50D1-D42B-CF88-7C54-A4E111822D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E05A281-F1B5-AADB-9BDC-F970821ECD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BA58D866-0AA4-134C-E70A-3A17B8EFDF6E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9FB7A5C-E7BF-2569-105E-D8B4F3285E30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63369AF-2706-58FD-A94D-5FD10474A4D9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6F0A39FE-377E-834B-AEB5-800036B0E680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98B4B1E-51B3-F2B4-9EB6-2110A003A34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9CDE57-4B4B-63B3-64B2-1305D0F8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BA90F37-DC52-FAA4-79D1-5F500BED1AA4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D59DD4-4104-FEAB-E45B-9B96C0D34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ECD2F7DF-25FB-9E0C-E818-D833B624870F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458DFA16-5B34-A9EB-DF23-CF84E8B0C5B4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665F7F9D-8C95-F387-32F5-B4D819D7817C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61A0C89A-CB57-9634-6E23-850AA35AE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FE547BC-3165-5D53-B94C-B8EA4F341EB4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14BEDE-5053-AA20-352F-85D99BF46489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13757A75-15CB-7EE8-0609-492055422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38E96B5-CE7A-B643-1296-48BFD8BDF78E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FC7B8-64E1-773E-5075-D117129C06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B63E3E6-5575-29EC-DC60-4C060924F554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17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11968</TotalTime>
  <Words>352</Words>
  <Application>Microsoft Office PowerPoint</Application>
  <PresentationFormat>와이드스크린</PresentationFormat>
  <Paragraphs>119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1220</cp:revision>
  <dcterms:created xsi:type="dcterms:W3CDTF">2020-12-23T01:27:59Z</dcterms:created>
  <dcterms:modified xsi:type="dcterms:W3CDTF">2025-10-20T05:31:31Z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